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6405"/>
  </p:normalViewPr>
  <p:slideViewPr>
    <p:cSldViewPr snapToGrid="0">
      <p:cViewPr varScale="1">
        <p:scale>
          <a:sx n="125" d="100"/>
          <a:sy n="125" d="100"/>
        </p:scale>
        <p:origin x="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4/8/26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4/8/26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4/8/26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0E683-2D27-D3F5-C308-230A7EBF2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E4B12-1D87-9FE5-D413-0A0A6213E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852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Gill Sans MT</vt:lpstr>
      <vt:lpstr>Gallery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HungWei Chiu</dc:creator>
  <cp:lastModifiedBy>HungWei Chiu</cp:lastModifiedBy>
  <cp:revision>2</cp:revision>
  <dcterms:created xsi:type="dcterms:W3CDTF">2026-04-08T13:54:55Z</dcterms:created>
  <dcterms:modified xsi:type="dcterms:W3CDTF">2026-04-08T13:55:17Z</dcterms:modified>
</cp:coreProperties>
</file>
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029200"/>
  <p:notesSz cx="50292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架構圖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640080"/>
            <a:ext cx="8595360" cy="4206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2026-04-03T08:51:39Z</dcterms:created>
  <dcterms:modified xsi:type="dcterms:W3CDTF">2026-04-03T08:51:39Z</dcterms:modified>
</cp:coreProperties>
</file>
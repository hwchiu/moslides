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App: Modern Application Design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12-Factor App?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principles distilled by Heroku engineers to help applications thrive in Cloud Native environments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Codebase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many deploys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Dependencies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dep declaration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 environment vars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993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Backing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DB/MQ/Cache as attached resources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1993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Build/Release/Run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18688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build → release → run stages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1993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53328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processes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7980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843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Port Binding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Self-contained: export via 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08960" y="27980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2843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Concurrency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1868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process model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27980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2843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Disposability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5332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startup, graceful shutdown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6027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648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Dev/Prod Parity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mirrors production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08960" y="36027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3648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Logs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18688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as event streams (stdout)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36027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3648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Admin Processes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53328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 one-off processes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These 12 principles are guidelines, not rules — but following them lets your app run naturally in Container/Cloud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1-3: Codebase, Dependencies, Config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Codebase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 = One application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multiple apps in a single repo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environments = Same codebase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strategy: main/dev/feature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always maps to Prod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Different branch per environment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Dependencies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204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declare all dependencies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3204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/ package.json / go.mod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system-level package assumptions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3204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assume host has curl or zip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perfectly satisfy this factor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3204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is your dependency manifest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pip install without version pinning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60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config in environment variables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8860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DB_URL, API_KEY, PORT...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os.getenv('DB_URL')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8860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Kubernetes ConfigMap/Secret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Hardcoded config in source code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8860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config.dev.py / config.prod.py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must not be committed to version control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Storing config in env vars is the most impactful 12-Factor rule — the same image runs across dev/staging/prod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4-6: Backing Services, Build/Release/Run, Processes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C48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Backing 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DB/MQ/Cache = Attached resources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third-party services treated equally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DB only requires changing the URL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URL/credential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Hardcoded localhost:5432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DB_URL env var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Build/Release/Run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Source code → Executable artifact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Release: Build + Config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3204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version, immutable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Execute a specific Release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strictly separated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immutable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must be stateless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= Can scale freely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8860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prerequisite for Scale Out!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Session/State → External storage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8860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DB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Storing sessions on local filesystem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JWT + Redis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Stateless Process (Factor 6) is the cornerstone of Scale Out — without it, horizontal scaling is impossible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7-9: Port Binding, Concurrency, Disposability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Port Binding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includes its own HTTP server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services via port binding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Apache/Nginx required to run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Flask/FastAPI/Express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naturally satisfies this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PORT=8080 controlled via env var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Concurrency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process types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Process × N = Scale Out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= Async tasks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232257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scales independently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32048" y="252374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× 5, Worker × 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supports this perfectly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Disposability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860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must start quickly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8860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10 seconds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SIGTERM → Finish current requests, then exit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are fine — fast restart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K8s are a perfect match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Disposability lets Kubernetes kill/restart your containers at any time — design it right, and there's nothing to worry about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10-12: Dev/Prod Parity, Logs, Admin Processes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Dev/Prod Parity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should closely mirror Prod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Dev uses SQLite, Prod uses Postgres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Docker Compose to replicate all services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the Dev → Deploy cycle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make parity easy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Logs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logs to stdout/stderr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manage log files yourself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platform collect them (FluentD, CloudWatch)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232257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(JSON)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32048" y="252374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search and analyze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/ docker logs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Admin Processes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admin tasks = Separate process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Migration: kubectl exec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Cleanup: Dedicated Job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admin scripts into the same Image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SSH into production machines directly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Logs as streams (Factor 11) enables ELK Stack / CloudWatch to centrally manage all container logs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Naturally Align with 12-Factor App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566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Docker Support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43800" y="566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93268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326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Codebase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932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in repo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0" y="9326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2527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2527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Dependencies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2527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requirements.txt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2527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15727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in docker-compose / K8s Secret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15727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89280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8928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Backing Services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189280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18928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21284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128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Build/Release/Run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22128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tag → run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22128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53288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5328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25328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Container = Scale Out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5328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8529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529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Port Binding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28529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+ -p flag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28529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317296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729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Concurrency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31729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×N / K8s replicas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31729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349300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4930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Disposability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1840" y="349300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start/stop quickly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34930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81304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8130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Dev/Prod Parity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91840" y="38130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image, consistent environments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43800" y="38130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413308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330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Logs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91840" y="41330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logs / stdout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43800" y="41330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44531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531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Admin Processes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91840" y="44531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 / K8s Job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43800" y="44531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Containers don't just solve environment consistency — they nearly perfectly support all 12-Factor App principles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in Practice: A Compliant FastAPI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DB_URL = os.getenv('DATABASE_URL')  # Factor 3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@app.get('/health')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health():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{'status': 'ok'}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73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73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2029968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    # Factor 2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# Factor 7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"main:app", "--port", "8080"]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16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16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" y="3172968"/>
            <a:ext cx="39502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DATABASE_URL: postgresql://db/app  # Factor 3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['8080:8080']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       # Factor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594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are covered?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005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2 — Dep Declaration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600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6002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3 — Config via Env Vars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1945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194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6 — Stateless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788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788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9 — Fast Startup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005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4 — Backing Svc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1600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16002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7 — Port Binding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21945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2194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10 — Dev/Prod Parity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2788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2788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11 — Stdout Log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12-Factor compliant app is inherently container-ready — this is the standard for modern Cloud Native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Summary: Well-Designed Cloud Native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675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App: Not Rules, but Distilled Wisdom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practices distilled from hundreds of apps by Heroku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factor addresses a real-world engineering pain point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77072" y="667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19476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23500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Naturally Align with 12-Factor — They Reinforce Each Other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dependencies with Dockerfile (Factor 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via environment variables (Factor 3)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Process = Scale Out (Factor 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77072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278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363016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Automate Everything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docker build/push is just the beginning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Pipelines automate deployment on every commit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4622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Part 5: DevOps and CI/CD Pipelines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77072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Preview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2026-04-03T16:24:51Z</dcterms:created>
  <dcterms:modified xsi:type="dcterms:W3CDTF">2026-04-03T16:24:51Z</dcterms:modified>
</cp:coreProperties>
</file>
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App：現代應用的設計原則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27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6692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 是什麼？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74320" y="86868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 Heroku 工程師總結的 12 條準則，讓應用程式能在 Cloud Native 環境中良好運作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18872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23444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Codebase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4048" y="14813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 → many deploys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108960" y="118872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18688" y="123444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Dependencies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18688" y="14813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dep declaration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943600" y="118872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53328" y="123444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Config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53328" y="14813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in environment vars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1993392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203911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Backing Services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" y="22860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DB/MQ/Cache as attached resources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108960" y="1993392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18688" y="203911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Build/Release/Run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18688" y="22860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build → release → run stages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943600" y="1993392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53328" y="203911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Processes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53328" y="22860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processes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74320" y="2798064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4048" y="28437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Port Binding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84048" y="3090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Self-contained: export via port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108960" y="2798064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18688" y="28437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Concurrency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218688" y="3090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via process model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943600" y="2798064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53328" y="28437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 Disposability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053328" y="3090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startup, graceful shutdown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74320" y="3602736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84048" y="36484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Dev/Prod Parity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4048" y="389534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environment mirrors production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108960" y="3602736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18688" y="36484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Logs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218688" y="389534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as event streams (stdout)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943600" y="3602736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53328" y="36484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⑫ Admin Processes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053328" y="389534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as one-off processes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這 12 條原則不是規定，是建議 — 但遵循它們能讓你的 App 在 Container/Cloud 環境中自然地運作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1-3：Codebase、Dependencies、Config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28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📁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Codebase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 Repo = 一個應用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不要把多個應用混在同一個 repo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多個環境 = 同一份 code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分支策略：main/dev/feature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7548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永遠對應 Prod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每個環境不同 branch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Dependencies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3204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顯式宣告所有依賴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43204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 / package.json / go.mod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不依賴 System-Level 套件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43204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不能假設主機有 curl 或 zip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完美符合此條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43204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即依賴清單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pip install 沒有版本號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Config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860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設定放在環境變數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38860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DB_URL, API_KEY, PORT...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os.getenv('DB_URL')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38860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Kubernetes ConfigMap/Secret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設定寫死在程式碼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38860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config.dev.py / config.prod.py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不進版本控管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Config 放環境變數是 12-Factor 最重要的一條 — 讓同一個 Image 在 dev/staging/prod 都能跑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4-6：Backing Services、Build/Release/Run、Processes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29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E362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Backing Services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資料庫/MQ/Cache = 附加服務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 = 第三方服務，同等對待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548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DB 只需換 URL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 URL/credential 存取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直接 localhost:5432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DB_URL env var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🏗️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Build/Release/Run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Build：原始碼 → 可執行包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Release：Build + Config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43204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打上版本號，不可變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Run：執行特定 Release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三個階段嚴格分離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不可被修改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Processes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必須是 Stateless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無狀態 = 可隨時增減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38860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這就是 Scale Out 的前提！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Session/State → 外部儲存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38860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/ DB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本地檔案系統存 Session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JWT + Redis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Stateless Process (Factor 6) 是 Scale Out 的基石 — 沒有這條，水平擴展就是夢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7-9：Port Binding、Concurrency、Disposability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1F6F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Port Binding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應用自帶 HTTP Server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 Port 對外提供服務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548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不需要外部 Apache/Nginx 才能跑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Flask/FastAPI/Express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容器化天然符合此條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PORT=8080 環境變數控制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Concurrency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 Process 類型 Scale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Process × N = Scale Out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Process = 非同步任務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32048" y="232257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不同類型可獨立 Scale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432048" y="252374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× 5, Worker × 2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Deployment 完美支援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 Disposability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8860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要能快速啟動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38860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 &lt; 10 秒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優雅關閉 (Graceful Shutdown)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接到 SIGTERM → 完成當前請求再關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也沒關係 — 快速重啟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+ K8s 完美搭配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Disposability 讓 Kubernetes 可以隨時 kill/restart 你的 Container — 不用怕，設計好就沒問題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10-12：Dev/Prod Parity、Logs、Admin Processes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31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Dev/Prod Parity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環境要盡量接近 Prod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Dev 用 SQLite, Prod 用 Postgres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Docker Compose 模擬全部服務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縮短 Dev → Deploy 週期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讓 Parity 變容易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Logs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輸出到 stdout/stderr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不要自己處理 Log 檔案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由平台收集 (FluentD, CloudWatch)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232257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結構化 Log (JSON)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432048" y="252374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方便搜尋與分析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logs / docker logs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🛠️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⑫ Admin Processes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一次性管理任務 = 獨立 Process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Migration: kubectl exec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Cleanup: 獨立 Job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 App 一起打包進 Image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直接 SSH 進 Prod 機器跑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Logs as streams (Factor 11) 讓 ELK Stack / CloudWatch 可以集中管理所有 Container 的 log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天然符合 12-Factor App 原則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32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859536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56692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291840" y="56692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/ Docker 的支援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543800" y="566928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程度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93268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93268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Codebase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91840" y="93268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in repo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43800" y="93268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125272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25272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Dependencies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91840" y="125272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+ requirements.txt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543800" y="125272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157276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57276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Config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91840" y="157276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in docker-compose / K8s Secret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543800" y="157276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189280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189280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Backing Services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291840" y="189280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 services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543800" y="189280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74320" y="221284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221284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Build/Release/Run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291840" y="221284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 → tag → run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543800" y="221284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" y="253288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53288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Processes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291840" y="253288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Container = Scale Out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543800" y="253288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74320" y="285292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285292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Port Binding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91840" y="285292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+ -p flag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543800" y="285292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74320" y="317296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317296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Concurrency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3291840" y="317296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run ×N / K8s replicas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543800" y="317296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74320" y="349300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349300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 Disposability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291840" y="349300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快速啟動/關閉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543800" y="349300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74320" y="381304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381304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Dev/Prod Parity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3291840" y="381304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 Image，環境一致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543800" y="381304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74320" y="413308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413308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Logs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3291840" y="413308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logs / stdout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543800" y="413308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74320" y="445312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445312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⑫ Admin Processes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3291840" y="445312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exec / K8s Job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543800" y="445312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Container 不只解決了環境一致問題 — 它幾乎完美地支援了所有 12-Factor App 的原則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實戰：一個符合規範的 FastAPI Service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33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206240" cy="1280160"/>
          </a:xfrm>
          <a:prstGeom prst="roundRect">
            <a:avLst>
              <a:gd name="adj" fmla="val 7143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04088"/>
            <a:ext cx="395020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fastapi import FastAPI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= FastAPI()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DB_URL = os.getenv('DATABASE_URL')  # Factor 3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@app.get('/health')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health():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{'status': 'ok'}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920240"/>
            <a:ext cx="4206240" cy="1097280"/>
          </a:xfrm>
          <a:prstGeom prst="roundRect">
            <a:avLst>
              <a:gd name="adj" fmla="val 8333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1773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1773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02336" y="2029968"/>
            <a:ext cx="39502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python:3.11-slim    # Factor 2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requirements.txt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pip install -r requirements.txt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8080               # Factor 7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["uvicorn", "main:app", "--port", "8080"]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3063240"/>
            <a:ext cx="4206240" cy="1417320"/>
          </a:xfrm>
          <a:prstGeom prst="roundRect">
            <a:avLst>
              <a:gd name="adj" fmla="val 6452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916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2916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docker-compose.yml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02336" y="3172968"/>
            <a:ext cx="3950208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api: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build: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DATABASE_URL: postgresql://db/app  # Factor 3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 ['8080:8080']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depends_on: [db]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db: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postgres:16       # Factor 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54880" y="5943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遵循了哪些 Factor？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00600" y="100584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73752" y="100584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2 — 依賴宣告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800600" y="160020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73752" y="160020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3 — Config 環境變數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800600" y="219456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73752" y="219456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6 — Stateless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00600" y="278892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73752" y="278892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9 — 快速啟動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858000" y="100584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31152" y="100584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4 — Backing Svc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858000" y="160020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31152" y="160020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7 — Port Binding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858000" y="219456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31152" y="219456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10 — Dev/Prod Parity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0" y="278892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31152" y="278892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11 — Stdout Log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一個符合 12-Factor 的 App 天然就是 Container-ready — 這就是現代 Cloud Native 應用的標配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小結：設計優良的 Cloud Native 應用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1207008"/>
          </a:xfrm>
          <a:prstGeom prst="roundRect">
            <a:avLst>
              <a:gd name="adj" fmla="val 757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6751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📐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47472" y="106984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 不是規定，是智慧結晶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3898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Heroku 從數百個應用中提煉的最佳實踐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64592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每一條都解決了真實的工程痛點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577072" y="6675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學習重點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1874520"/>
            <a:ext cx="8595360" cy="1207008"/>
          </a:xfrm>
          <a:prstGeom prst="roundRect">
            <a:avLst>
              <a:gd name="adj" fmla="val 7576"/>
            </a:avLst>
          </a:prstGeom>
          <a:solidFill>
            <a:srgbClr val="161B22"/>
          </a:solidFill>
          <a:ln w="1524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" y="194767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🐳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47472" y="235000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天然符合 12-Factor — 它們互相強化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67004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用 Dockerfile 管理依賴 (Factor 2)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" y="292608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用環境變數設定 (Factor 3)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" y="3182112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Stateless Process = Scale Out (Factor 6)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577072" y="194767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核心洞察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3154680"/>
            <a:ext cx="8595360" cy="1207008"/>
          </a:xfrm>
          <a:prstGeom prst="roundRect">
            <a:avLst>
              <a:gd name="adj" fmla="val 757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74320" y="322783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7472" y="363016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下一步：自動化這一切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395020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手動 docker build/push 只是起點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2062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CI/CD Pipeline 讓每次 commit 自動部署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4462272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→ Part 5: DevOps 與 CI/CD Pipeline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77072" y="322783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預告 Part 5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2026-03-16T14:26:20Z</dcterms:created>
  <dcterms:modified xsi:type="dcterms:W3CDTF">2026-03-16T14:26:20Z</dcterms:modified>
</cp:coreProperties>
</file>
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Tracing: Why We Need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4/10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384048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121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20624"/>
          </a:xfrm>
          <a:prstGeom prst="roundRect">
            <a:avLst>
              <a:gd name="adj" fmla="val 17391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one user request touches 10+ services — errors happen anywhere along the chain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-18288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-18288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-18288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96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123444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444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24028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265176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65176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406908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06908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Svc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07492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548640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4864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Svc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9224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690372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0372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90372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909560" y="1536192"/>
            <a:ext cx="41148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8321040" y="1143000"/>
            <a:ext cx="100584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0" y="11887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2104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14400" y="20574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Each hop is a potential failure point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2359152"/>
            <a:ext cx="8595360" cy="402336"/>
          </a:xfrm>
          <a:prstGeom prst="roundRect">
            <a:avLst>
              <a:gd name="adj" fmla="val 15909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235915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Without tracing: you see an error but cannot follow the request journey across services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" y="2834640"/>
            <a:ext cx="8595360" cy="402336"/>
          </a:xfrm>
          <a:prstGeom prst="roundRect">
            <a:avLst>
              <a:gd name="adj" fmla="val 15909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2834640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With tracing: every hop gets a span — latency, errors, and context are all visible end-to-end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74320" y="340156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447288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一個請求失敗了，但你不知道是哪個服務的問題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Trace, Span, and Context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122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566928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566928"/>
            <a:ext cx="265176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5669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Trace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6616" y="1197864"/>
            <a:ext cx="91440" cy="9144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133856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journey of a single request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56616" y="1627632"/>
            <a:ext cx="91440" cy="9144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1563624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unique traceId (128-bit)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6616" y="2057400"/>
            <a:ext cx="91440" cy="9144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993392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 of many spans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6616" y="2487168"/>
            <a:ext cx="91440" cy="91440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423160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the full lifecycle end-to-end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566928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566928"/>
            <a:ext cx="265176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5669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Span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145536" y="1197864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1133856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unit of work inside a trace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45536" y="1627632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1563624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spanId + parentSpanId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145536" y="2057400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1993392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start/end time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145536" y="2487168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423160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carry tags, logs, events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806440" y="566928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06440" y="566928"/>
            <a:ext cx="265176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97880" y="566928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 Context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34456" y="1197864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1133856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propagated across boundaries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34456" y="1627632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80760" y="1563624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traceId + spanId in HTTP headers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934456" y="2057400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80760" y="1993392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traceparent standard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934456" y="2487168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80760" y="2423160"/>
            <a:ext cx="2267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child spans back to parent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74320" y="303580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→ Child span hierarchy: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74320" y="3337560"/>
            <a:ext cx="8595360" cy="256032"/>
          </a:xfrm>
          <a:prstGeom prst="roundRect">
            <a:avLst>
              <a:gd name="adj" fmla="val 17857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333756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Trace: frontend-request  [traceId: abc123]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48640" y="3666744"/>
            <a:ext cx="8046720" cy="256032"/>
          </a:xfrm>
          <a:prstGeom prst="roundRect">
            <a:avLst>
              <a:gd name="adj" fmla="val 17857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8368" y="3666744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api-gateway  [parentSpanId: root]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14400" y="3995928"/>
            <a:ext cx="7315200" cy="256032"/>
          </a:xfrm>
          <a:prstGeom prst="roundRect">
            <a:avLst>
              <a:gd name="adj" fmla="val 17857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24128" y="3995928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auth-service  [parentSpanId: gw-span]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14400" y="4325112"/>
            <a:ext cx="7315200" cy="256032"/>
          </a:xfrm>
          <a:prstGeom prst="roundRect">
            <a:avLst>
              <a:gd name="adj" fmla="val 17857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24128" y="432511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order-service  [parentSpanId: gw-span]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123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Trace Context Standard — defines the traceparent HTTP header format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115568"/>
            <a:ext cx="8595360" cy="914400"/>
          </a:xfrm>
          <a:prstGeom prst="roundRect">
            <a:avLst>
              <a:gd name="adj" fmla="val 10000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9692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9692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Header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02336" y="1225296"/>
            <a:ext cx="833932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00-{traceId}-{spanId}-{flags}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00-4bf92f3577b34da6a3ce929d0e0e4736-00f067aa0ba902b7-01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↑  ← 32-hex traceId →         ← 16-hex spanId →  ↑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version                                           sampled flag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17627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context flows across service boundaries: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487168"/>
            <a:ext cx="2194560" cy="896112"/>
          </a:xfrm>
          <a:prstGeom prst="roundRect">
            <a:avLst>
              <a:gd name="adj" fmla="val 8163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50545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🅰️ Service 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5760" y="2798064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 root span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Sets traceparent header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514600" y="2944368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468880" y="248716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291840" y="2487168"/>
            <a:ext cx="2194560" cy="896112"/>
          </a:xfrm>
          <a:prstGeom prst="roundRect">
            <a:avLst>
              <a:gd name="adj" fmla="val 816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250545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🅱️ Service B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383280" y="2798064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 traceparent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 child span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532120" y="2944368"/>
            <a:ext cx="7315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5486400" y="248716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309360" y="2487168"/>
            <a:ext cx="2194560" cy="896112"/>
          </a:xfrm>
          <a:prstGeom prst="roundRect">
            <a:avLst>
              <a:gd name="adj" fmla="val 8163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50545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🅲 Service 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0" y="2798064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 traceparent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 child span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3529584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52958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traceparent header is injected automatically by OTel SDK middleware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3968496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96849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Even async queues (Kafka, SQS) can propagate context via message metadata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Context propagation is the glue that connects spans into a full trace — without it every service sees an isolated request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in Monolith vs Distributed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Monolith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🕸️ Distributed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051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" y="11155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11064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" y="108813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process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7512" y="128016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spans in one runtime — no network hops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161848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16824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16733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7512" y="165506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 tracing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7512" y="184708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methods directly with spans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185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" y="2249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2240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" y="2221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instrument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7512" y="2414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OTel SDK, one exporter config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2752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7472" y="2816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807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" y="2788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trace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67512" y="2980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follow call stack order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1051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28032" y="11155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28032" y="11064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48072" y="108813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needs SDK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148072" y="128016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instrumentation = broken traces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161848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8032" y="16824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28032" y="16733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48072" y="165506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gaps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148072" y="184708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Queues, events break parent-child links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54880" y="2185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28032" y="2249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2240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48072" y="2221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HTTP/gRPC boundaries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148072" y="2414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propagate traceparent explicitly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754880" y="2752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8032" y="2816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28032" y="2807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148072" y="2788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complexity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148072" y="2980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→ 20 spans across 8 services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即使是 Monolith，加入 tracing 仍能發現慢查詢、N+1 等效能問題 — 不只是分散式系統的工具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OpenTelemetry: The Standard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125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(OTel) — vendor-neutral observability standard, hosted by CNCF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042416"/>
            <a:ext cx="2865120" cy="2606040"/>
          </a:xfrm>
          <a:prstGeom prst="roundRect">
            <a:avLst>
              <a:gd name="adj" fmla="val 3509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" y="10424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042416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API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0896" y="165506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5910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your code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5488" y="17922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spans, record metrics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0896" y="2057400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933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 interfaces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45973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3957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implementation details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286207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7980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SDK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1042416"/>
            <a:ext cx="2865120" cy="2606040"/>
          </a:xfrm>
          <a:prstGeom prst="roundRect">
            <a:avLst>
              <a:gd name="adj" fmla="val 3509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10424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30880" y="1042416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SDK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7456" y="165506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5910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the API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432048" y="17922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Language-specific library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267456" y="205740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9933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batching &amp; retry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245973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23957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configuration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86207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7980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Auto-instrumentation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1042416"/>
            <a:ext cx="2865120" cy="2606040"/>
          </a:xfrm>
          <a:prstGeom prst="roundRect">
            <a:avLst>
              <a:gd name="adj" fmla="val 3509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1042416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87440" y="1042416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Collector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24016" y="165506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608" y="15910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telemetry data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88608" y="17922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/ Jaeger / Zipkin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24016" y="205740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9933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and enriches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245973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23957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to backends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86207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7980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sidecar or agent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74320" y="3730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covers all three observability pillars: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4023360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0233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154680" y="4023360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54680" y="40233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035040" y="4023360"/>
            <a:ext cx="265176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0" y="40233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OTel 2023 年已達 GA 穩定版 — 替換掉 OpenCensus、Jaeger client、Zipkin SDK 等舊標準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126 / 150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Receivers → Processors → Exporters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96012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960120"/>
            <a:ext cx="2743200" cy="41148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960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Receivers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" y="14630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14630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OTLP (gRPC/HTTP)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8328" y="187452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187452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8328" y="228600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" y="228600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Zipkin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8328" y="269748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269748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8328" y="310896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" y="310896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Kafka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8328" y="35204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9768" y="35204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 providers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96012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960120"/>
            <a:ext cx="2743200" cy="41148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960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Processors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55848" y="14630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47288" y="14630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 (buffer spans)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55848" y="187452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47288" y="187452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 (drop noise)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55848" y="228600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47288" y="228600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attribute enrichment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55848" y="269748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47288" y="269748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memory_limiter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55848" y="310896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47288" y="310896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tail_sampling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355848" y="35204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47288" y="35204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detection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63640" y="960120"/>
            <a:ext cx="2743200" cy="30632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63640" y="960120"/>
            <a:ext cx="2743200" cy="41148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960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Exporters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73368" y="14630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64808" y="14630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373368" y="187452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64808" y="187452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Zipkin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73368" y="228600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64808" y="228600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OTLP (to Tempo)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373368" y="269748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64808" y="269748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373368" y="310896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64808" y="310896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Loki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73368" y="3520440"/>
            <a:ext cx="2487168" cy="329184"/>
          </a:xfrm>
          <a:prstGeom prst="roundRect">
            <a:avLst>
              <a:gd name="adj" fmla="val 13889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64808" y="3520440"/>
            <a:ext cx="230428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 (X-Ray, GCP)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971800" y="2446020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5989320" y="2446020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274320" y="41148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160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Collector 可以 fan-out：同時把 traces 送到 Jaeger AND Tempo，方便評估後端切換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Jaeger: Distributed Tracing Backend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127 / 150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Components: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8600" y="91440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9509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1752" y="1389888"/>
            <a:ext cx="1773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jaeger-agent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040" y="1664208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 / 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spans via UDP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 to collector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148840" y="1600200"/>
            <a:ext cx="1371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286000" y="91440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9509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359152" y="1389888"/>
            <a:ext cx="1773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jaeger-collector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377440" y="1664208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spans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to storage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OTLP + Jaeger proto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06240" y="1600200"/>
            <a:ext cx="1371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343400" y="91440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9509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16552" y="1389888"/>
            <a:ext cx="1773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jaeger-query + UI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434840" y="1664208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Web UI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traceId/service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 trace waterfalls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63640" y="1600200"/>
            <a:ext cx="137160" cy="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6400800" y="914400"/>
            <a:ext cx="192024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9509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73952" y="1389888"/>
            <a:ext cx="17739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Storage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92240" y="1664208"/>
            <a:ext cx="1737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(recommended)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Cassandra, Badger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TTL-based retention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28600" y="841248"/>
            <a:ext cx="8686800" cy="1536192"/>
          </a:xfrm>
          <a:prstGeom prst="roundRect">
            <a:avLst>
              <a:gd name="adj" fmla="val 5952"/>
            </a:avLst>
          </a:prstGeom>
          <a:ln w="12700">
            <a:solidFill>
              <a:srgbClr val="30363D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20040" y="69494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" y="69494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Deployment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74320" y="25146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Modes: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" y="2834640"/>
            <a:ext cx="859536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28346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All-in-One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560320" y="28346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Dev/testing — single binary, in-memory storage, quick start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3273552"/>
            <a:ext cx="859536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27355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Production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560320" y="3273552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agent + collector + storage — horizontally scalable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3712464"/>
            <a:ext cx="8595360" cy="365760"/>
          </a:xfrm>
          <a:prstGeom prst="roundRect">
            <a:avLst>
              <a:gd name="adj" fmla="val 150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71246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Kubernetes Operator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560320" y="3712464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jaeger-operator CRD manages lifecycle and config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" y="42245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2702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Grafana Tempo 是更輕量的替代方案 — 相容 Jaeger UI，不需要 Elasticsearch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Strategies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128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tracing 100% of requests is too expensive — too much data, too much storage, too much CPU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" y="1024128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06070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Head Sampling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" y="134416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made at the START of the request, before processing begins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" y="161848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Simple, low overhead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263140" y="161848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Misses rare errors (already decided to drop before error occurs)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63440" y="1024128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06070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Tail Sampling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34416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made AFTER the trace is complete — can examine full context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161848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Always keeps error traces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697980" y="161848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Complex — needs to buffer spans in memory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8600" y="2258568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29514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Probability Sampling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0040" y="257860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X% of requests randomly (e.g., 1% = 1 in 100)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" y="285292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Predictable storage costs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263140" y="285292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May drop important edge cases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2258568"/>
            <a:ext cx="4160520" cy="11430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295144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🚦  Rate Limiting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257860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maximum N traces per second regardless of traffic volume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0" y="285292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Bounded cost under load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697980" y="2852928"/>
            <a:ext cx="19431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May drop data during traffic spikes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" y="35661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611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生產環境通常使用 1-10% head sampling，搭配 tail sampling 保留所有錯誤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Instrumenting Your Code with OTel SDK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129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658368"/>
            <a:ext cx="5029200" cy="2651760"/>
          </a:xfrm>
          <a:prstGeom prst="roundRect">
            <a:avLst>
              <a:gd name="adj" fmla="val 344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/ FastAPI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56616" y="768096"/>
            <a:ext cx="477316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 import TracerProvider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opentelemetry.sdk.trace.export import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opentelemetry.exporter.otlp.proto.grpc\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.trace_exporter import OTLPSpanExporter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 = TracerProvider()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provider.add_span_processor(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BatchSpanProcessor(OTLPSpanExporter()))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trace.set_tracer_provider(provider)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tracer.start_as_current_span("process-order")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span.set_attribute("order.id", order_id)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process(order)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658368"/>
            <a:ext cx="3520440" cy="768096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69494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Auto-Instrumentation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0" y="932688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code change for popular frameworks (FastAPI, Django, Flask, SQLAlchemy, requests, httpx)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394960" y="1261872"/>
            <a:ext cx="3520440" cy="201168"/>
          </a:xfrm>
          <a:prstGeom prst="roundRect">
            <a:avLst>
              <a:gd name="adj" fmla="val 18182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1271016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opentelemetry-instrument python app.py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394960" y="1517904"/>
            <a:ext cx="3520440" cy="768096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155448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 Manual Spans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0" y="1792224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business context: set_attribute(), add_event(), record_exception()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394960" y="2377440"/>
            <a:ext cx="3520440" cy="768096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41401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 Span Attributes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0" y="265176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conventions: http.method, db.statement, net.peer.ip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4320" y="342900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support: Python · Go · Java · Node.js · .NET · Ruby · PHP · Rust · Swift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7673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8130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Auto-instrumentation: zero code change — just set OTEL_EXPORTER_OTLP_ENDPOINT env var and run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in Kubernetes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130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566928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566928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5669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🖥️  DaemonSet Collector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" y="1207008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1133856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OTel Collector per Node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1609344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" y="153619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send to localhost:4317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011680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" y="19385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resource overhead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2414016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234086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across all pods on node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2816352"/>
            <a:ext cx="91440" cy="9144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" y="274320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high-density clusters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0" y="566928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566928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5669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📦  Sidecar Collector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37560" y="1207008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3008" y="1133856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Collector per Pod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37560" y="1609344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93008" y="153619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isolation per service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37560" y="2011680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93008" y="19385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 config possible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37560" y="2414016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93008" y="234086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resource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337560" y="2816352"/>
            <a:ext cx="91440" cy="9144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93008" y="274320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sensitive workloads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72200" y="566928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72200" y="566928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5669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🏢  Central Collector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309360" y="1207008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1133856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apps send to one Deployment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309360" y="1609344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64808" y="1536192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manage / update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09360" y="2011680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1938528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failure risk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309360" y="2414016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64808" y="2340864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 HPA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309360" y="2816352"/>
            <a:ext cx="91440" cy="9144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64808" y="2743200"/>
            <a:ext cx="2340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small/medium clusters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64592" y="502920"/>
            <a:ext cx="8796528" cy="2871216"/>
          </a:xfrm>
          <a:prstGeom prst="roundRect">
            <a:avLst>
              <a:gd name="adj" fmla="val 3185"/>
            </a:avLst>
          </a:prstGeom>
          <a:ln w="12700">
            <a:solidFill>
              <a:srgbClr val="6E40C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256032" y="3566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6E40C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4320" y="3566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Cluster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74320" y="3493008"/>
            <a:ext cx="8595360" cy="438912"/>
          </a:xfrm>
          <a:prstGeom prst="roundRect">
            <a:avLst>
              <a:gd name="adj" fmla="val 1458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349300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Config: set OTEL_EXPORTER_OTLP_ENDPOINT via ConfigMap → all pods pick up collector address automatically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74320" y="40416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0873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OTel Operator for K8s 可以自動注入 sidecar instrumentation — 無需修改 Deployment 定義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Mesh Auto-Tracing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131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Istio / Envoy: automatically injects trace headers at the proxy layer — no SDK changes needed for basic traces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74320" y="1042416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 with Envoy sidecar tracing: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request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32588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160020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0020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 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(inbound)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0020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traceparent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88036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315468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5468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🅰️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15468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15468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43484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470916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70916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 A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(outbound)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98932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626364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6364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26364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 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(inbound)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6364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traceparent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543800" y="1792224"/>
            <a:ext cx="2743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7818120" y="1335024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18120" y="137160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🅱️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818120" y="1737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B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18120" y="204825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74320" y="2487168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7472" y="25511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" y="25420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" y="2523744"/>
            <a:ext cx="8101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app code change for inter-service traces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2962656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47472" y="30266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" y="30175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67512" y="2999232"/>
            <a:ext cx="8101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any language / framework automatically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74320" y="3438144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472" y="35021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" y="34930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7512" y="3474720"/>
            <a:ext cx="8101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must forward trace headers to link parent-child spans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74320" y="3913632"/>
            <a:ext cx="8595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7472" y="39776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39684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67512" y="3950208"/>
            <a:ext cx="8101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see inside app logic — no DB query spans, no business metrics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Best practice: Istio for inter-service traces + OTel SDK for in-app spans = complete observability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Traces to Logs and Metrics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132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inject traceId + spanId into every log entry → correlation across all three pillars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8600" y="1042416"/>
            <a:ext cx="2743200" cy="2148840"/>
          </a:xfrm>
          <a:prstGeom prst="roundRect">
            <a:avLst>
              <a:gd name="adj" fmla="val 425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8600" y="1042416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0424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Prometheus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(Metrics)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1591056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591056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spike at 14:32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066544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066544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5% → alert fires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0040" y="2542032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542032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Click: "Explore" in Grafana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971800" y="2203704"/>
            <a:ext cx="5029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2926080" y="2048256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click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46120" y="1042416"/>
            <a:ext cx="2743200" cy="2148840"/>
          </a:xfrm>
          <a:prstGeom prst="roundRect">
            <a:avLst>
              <a:gd name="adj" fmla="val 425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46120" y="1042416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37560" y="10424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Grafana Tempo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(Traces)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37560" y="1591056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29000" y="1591056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trace by time range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337560" y="2066544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29000" y="2066544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slow span: order-svc 3.2s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337560" y="2542032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2542032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Click: traceId → Loki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89320" y="2203704"/>
            <a:ext cx="5029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2" name="Text 30"/>
          <p:cNvSpPr/>
          <p:nvPr/>
        </p:nvSpPr>
        <p:spPr>
          <a:xfrm>
            <a:off x="5943600" y="2048256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click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263640" y="1042416"/>
            <a:ext cx="2743200" cy="2148840"/>
          </a:xfrm>
          <a:prstGeom prst="roundRect">
            <a:avLst>
              <a:gd name="adj" fmla="val 425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63640" y="1042416"/>
            <a:ext cx="2743200" cy="45720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5080" y="10424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Loki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55080" y="1591056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46520" y="1591056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traceId=abc123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355080" y="2066544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46520" y="2066544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 error stacktrace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355080" y="2542032"/>
            <a:ext cx="2523744" cy="402336"/>
          </a:xfrm>
          <a:prstGeom prst="roundRect">
            <a:avLst>
              <a:gd name="adj" fmla="val 1363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2542032"/>
            <a:ext cx="23408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identified ✅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74320" y="3291840"/>
            <a:ext cx="8595360" cy="658368"/>
          </a:xfrm>
          <a:prstGeom prst="roundRect">
            <a:avLst>
              <a:gd name="adj" fmla="val 138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65760" y="31455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31455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Log with Trace Context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2336" y="3401568"/>
            <a:ext cx="833932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{"timestamp":"2024-01-15T14:32:01Z","level":"ERROR","traceId":"4bf92f3577b34da6","spanId":"00f067aa0ba902b7","service":"order-svc","msg":"payment timeout after 3000ms"}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74320" y="4059936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105656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Correlation ID 貫穿三個 pillars 是 Observability 的核心能力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Cost and Overhead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133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21792"/>
            <a:ext cx="4160520" cy="1261872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731520"/>
            <a:ext cx="3977640" cy="580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65760" y="132844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CPU Overhead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1584472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typical instrumented services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621792"/>
            <a:ext cx="4160520" cy="1261872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731520"/>
            <a:ext cx="3977640" cy="580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KB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846320" y="1328440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Size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584472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 + events + links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011680"/>
            <a:ext cx="4160520" cy="1261872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2121408"/>
            <a:ext cx="3977640" cy="580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5–20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365760" y="271832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per Request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297436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microservice request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2011680"/>
            <a:ext cx="4160520" cy="1261872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46320" y="2121408"/>
            <a:ext cx="3977640" cy="580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846320" y="2718328"/>
            <a:ext cx="397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Overhead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297436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batch export + compression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312724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Math Example: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3438144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1C2128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" y="343814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Rate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377440" y="3438144"/>
            <a:ext cx="2468880" cy="274320"/>
          </a:xfrm>
          <a:prstGeom prst="roundRect">
            <a:avLst>
              <a:gd name="adj" fmla="val 13333"/>
            </a:avLst>
          </a:prstGeom>
          <a:solidFill>
            <a:srgbClr val="1C2128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32304" y="343814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Volume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46320" y="3438144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1C2128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01184" y="3438144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Storage/day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675120" y="3438144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1C2128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9984" y="343814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Storage/month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3749040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2A0F0F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3749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(no sampling)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377440" y="3749040"/>
            <a:ext cx="2468880" cy="274320"/>
          </a:xfrm>
          <a:prstGeom prst="roundRect">
            <a:avLst>
              <a:gd name="adj" fmla="val 13333"/>
            </a:avLst>
          </a:prstGeom>
          <a:solidFill>
            <a:srgbClr val="2A0F0F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32304" y="37490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1M req × 10 spans × 2KB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846320" y="3749040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2A0F0F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374904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 GB/day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675120" y="3749040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2A0F0F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29984" y="3749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~600 GB/month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" y="4059936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2A1F0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184" y="405993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sampling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377440" y="4059936"/>
            <a:ext cx="2468880" cy="274320"/>
          </a:xfrm>
          <a:prstGeom prst="roundRect">
            <a:avLst>
              <a:gd name="adj" fmla="val 13333"/>
            </a:avLst>
          </a:prstGeom>
          <a:solidFill>
            <a:srgbClr val="2A1F0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32304" y="4059936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 spans × 2KB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846320" y="4059936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2A1F0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01184" y="405993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 GB/day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675120" y="4059936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2A1F00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29984" y="405993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 GB/month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" y="4370832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0F2A1A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9184" y="437083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1% sampling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377440" y="4370832"/>
            <a:ext cx="2468880" cy="274320"/>
          </a:xfrm>
          <a:prstGeom prst="roundRect">
            <a:avLst>
              <a:gd name="adj" fmla="val 13333"/>
            </a:avLst>
          </a:prstGeom>
          <a:solidFill>
            <a:srgbClr val="0F2A1A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32304" y="43708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10K spans × 2KB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846320" y="4370832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0F2A1A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01184" y="437083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~0.2 GB/day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675120" y="4370832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0F2A1A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29984" y="43708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 GB/month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74320" y="46817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727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Sampling is the #1 lever for cost control — even 10% sampling gives statistically valid performance data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Tracing Anti-Patterns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134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0350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💣  Tracing without sampling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87782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trace rate causes storage explosion — costs spiral out of control at scale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77840" y="640080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6400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Always configure sampling from day one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371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40817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Missing context propagation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1682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service drops the traceparent header, the trace splits into disconnected fragments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577840" y="1444752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0" y="144475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Test propagation end-to-end in staging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176272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21284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😊  Only tracing happy paths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248716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only created for successful flows — errors and timeouts have no trace data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577840" y="2249424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0" y="224942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Always record exceptions with span.record_exception()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74320" y="2980944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017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🏝️  No correlation with logs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29184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exist but no traceId in logs — cannot drill from trace to root cause details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77840" y="3054096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0" y="305409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Inject traceId into every structured log entry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3785616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8221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Vendor lock-in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096512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vendor-specific SDKs (X-Ray, Datadog trace) — painful to migrate later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77840" y="3858768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0F2A1A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0" y="38587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Fix: Use OTel API/SDK — swap exporters without code changes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Section Summary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 TRACING  · 135 / 150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66928"/>
            <a:ext cx="2865120" cy="3474720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566928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What &amp; Why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requests across services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traceId links every hop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= units of work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(W3C)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latency &amp; error root cause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3474720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30880" y="566928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How (Stack)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app code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&amp; export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/ Tempo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&amp; visualise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for correlation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3474720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87440" y="566928"/>
            <a:ext cx="2773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Operations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 1-10% head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tail for all errors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K8s: DaemonSet Collector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logs/metrics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avoids vendor lock-in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274320" y="4169664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169664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Next: SRE Practices — error budgets, SLOs, incident response, and integrating all three observability pillars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2026-03-16T15:22:58Z</dcterms:created>
  <dcterms:modified xsi:type="dcterms:W3CDTF">2026-03-16T15:22:58Z</dcterms:modified>
</cp:coreProperties>
</file>
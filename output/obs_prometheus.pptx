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-100" kern="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-100" kern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spc="-100" kern="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SILENT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War Stories from Production Kubernetes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3840480" cy="320040"/>
          </a:xfrm>
          <a:prstGeom prst="roundRect">
            <a:avLst>
              <a:gd name="adj" fmla="val 17143"/>
            </a:avLst>
          </a:prstGeom>
          <a:solidFill>
            <a:srgbClr val="ECE6DD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 ·  Grafana  ·  Linux Kernel  ·  Kubernetes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94960" y="5943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594360"/>
            <a:ext cx="1691640" cy="25603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5943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89611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Basics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5943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594360"/>
            <a:ext cx="1691640" cy="25603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5943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89611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Metrics Landscape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82880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828800"/>
            <a:ext cx="1691640" cy="2560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8288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213055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Break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182880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828800"/>
            <a:ext cx="1691640" cy="256032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8288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213055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Blind Spots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306324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3063240"/>
            <a:ext cx="1691640" cy="256032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30632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336499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306324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3063240"/>
            <a:ext cx="1691640" cy="256032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0632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3364992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Back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Journey: From Metrics to Silence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2743200" cy="1755648"/>
          </a:xfrm>
          <a:prstGeom prst="roundRect">
            <a:avLst>
              <a:gd name="adj" fmla="val 5208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Prometheus Works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67335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model, scrape intervals, the sampling contract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640080"/>
            <a:ext cx="2743200" cy="1755648"/>
          </a:xfrm>
          <a:prstGeom prst="roundRect">
            <a:avLst>
              <a:gd name="adj" fmla="val 5208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804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☸️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64408" y="135331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Metric Heaven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167335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node-exporter, kube-state-metrics, cAdvisor — rich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640080"/>
            <a:ext cx="2743200" cy="1755648"/>
          </a:xfrm>
          <a:prstGeom prst="roundRect">
            <a:avLst>
              <a:gd name="adj" fmla="val 5208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804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💀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44768" y="135331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Things Break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44768" y="167335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starvation, blank metrics, the Rashomon effect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60320"/>
            <a:ext cx="2743200" cy="1755648"/>
          </a:xfrm>
          <a:prstGeom prst="roundRect">
            <a:avLst>
              <a:gd name="adj" fmla="val 5208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249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🐧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4048" y="32735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Blind Spots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4048" y="359359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/proc params, what node-exporter misses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2560320"/>
            <a:ext cx="2743200" cy="1755648"/>
          </a:xfrm>
          <a:prstGeom prst="roundRect">
            <a:avLst>
              <a:gd name="adj" fmla="val 5208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7249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64408" y="32735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Studies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64408" y="359359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explosion, zombie storms, cascading failures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560320"/>
            <a:ext cx="2743200" cy="1755648"/>
          </a:xfrm>
          <a:prstGeom prst="roundRect">
            <a:avLst>
              <a:gd name="adj" fmla="val 5208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7249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144768" y="3273552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Fighting Back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44768" y="3593592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Problem Detector, eBPF, kernel forensics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How Prometheus Really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2/10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192024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0" dirty="0"/>
          </a:p>
        </p:txBody>
      </p:sp>
      <p:sp>
        <p:nvSpPr>
          <p:cNvPr id="10" name="Shape 8"/>
          <p:cNvSpPr/>
          <p:nvPr/>
        </p:nvSpPr>
        <p:spPr>
          <a:xfrm>
            <a:off x="3017520" y="64008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40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Prometheus pull model vs push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Scrape intervals and what happens between them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Time-series data: what a 'sample' really means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246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silent contract: no data is not no problem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Prometheus is a sampling system. Every decision about scrape intervals is a trade-off between accuracy and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Prometheus Scrape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2/10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192024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594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6492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" y="1069848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" y="129844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594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6492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83664" y="1069848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65376" y="129844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 metrics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594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6492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83864" y="1069848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kube-state-metrics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65576" y="129844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 objects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0" y="59436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649224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84064" y="1069848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65776" y="1298448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metrics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4400" y="1536192"/>
            <a:ext cx="9144" cy="411480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2514600" y="1536192"/>
            <a:ext cx="9144" cy="411480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114800" y="1536192"/>
            <a:ext cx="9144" cy="411480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715000" y="1536192"/>
            <a:ext cx="9144" cy="411480"/>
          </a:xfrm>
          <a:prstGeom prst="line">
            <a:avLst/>
          </a:prstGeom>
          <a:noFill/>
          <a:ln w="19050">
            <a:solidFill>
              <a:srgbClr val="D6CCBF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82880" y="1993392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25400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99339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Prometheus Server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17520" y="199339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scrape_interval: 15s  |  TSDB storage  |  PromQL engine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29400" y="2514600"/>
            <a:ext cx="7315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6684264" y="234086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234086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406640" y="1993392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06640" y="2048256"/>
            <a:ext cx="146304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61504" y="2397557"/>
            <a:ext cx="13533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43216" y="2626157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566928"/>
            <a:ext cx="6400800" cy="2231136"/>
          </a:xfrm>
          <a:prstGeom prst="roundRect">
            <a:avLst>
              <a:gd name="adj" fmla="val 4098"/>
            </a:avLst>
          </a:prstGeom>
          <a:ln w="12700">
            <a:solidFill>
              <a:srgbClr val="D6CCB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7432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C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targets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9900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Every 15 seconds, Prometheus sends HTTP GET to each target. If target is slow, overloaded, or unreachable — that scrape is MISSED.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32320" y="30175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30449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scrape_timeout: 10s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626096" y="30175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6096" y="30449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up{} = 0 on failure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828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2880" y="3931920"/>
            <a:ext cx="2834640" cy="3657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Model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926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initiates scrapes. Targets don't push. This means Prometheus can detect down targets via 'up{} = 0'.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546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4680" y="3931920"/>
            <a:ext cx="2834640" cy="3657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644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Gap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644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scrapes, Prometheus knows NOTHING. A 30-second outage between two 15s scrapes = invisible.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26480" y="3931920"/>
            <a:ext cx="2834640" cy="3657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62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Markers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362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missed scrapes (~75s), Prometheus marks the series as stale. Grafana shows a gap — not zero.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The Silent Contract You Agreed 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6400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📉</a:t>
            </a:r>
            <a:endParaRPr lang="en-US" sz="9600" dirty="0"/>
          </a:p>
        </p:txBody>
      </p:sp>
      <p:sp>
        <p:nvSpPr>
          <p:cNvPr id="10" name="Shape 8"/>
          <p:cNvSpPr/>
          <p:nvPr/>
        </p:nvSpPr>
        <p:spPr>
          <a:xfrm>
            <a:off x="2743200" y="621792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21792"/>
            <a:ext cx="54864" cy="71323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658368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is a snapshot, not reality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CPU at T=0 and T=15s. What happened in between? Unknown.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426464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426464"/>
            <a:ext cx="54864" cy="71323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146304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spikes are invisible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17190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500ms CPU spike between scrapes leaves no trace in Prometheus.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2231136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2231136"/>
            <a:ext cx="54864" cy="71323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267712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resets can be misleading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25237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process restarts between scrapes, the counter jump looks like a huge spike.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035808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035808"/>
            <a:ext cx="54864" cy="713232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072384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rate() hides the gaps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33284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rate() interpolates between points — it assumes linearity that may not exist.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1422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87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Prometheus is excellent for trends and aggregates over time — but it was never designed to capture every event. That is what logs are for.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Completeness: What a Healthy Dashboard Hides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30352"/>
            <a:ext cx="9144" cy="338328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 in Grafana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566928"/>
            <a:ext cx="402336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Be True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987552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987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CPU steady at 40%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42646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4264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Memory looks normal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86537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8653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alerts firing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3042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3042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Dashboard all green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43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Grafana shows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98755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987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CPU spiked to 100% for 8 seconds — twice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42646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264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OOM killer ran between scrapes, nobody noticed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8653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8653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 rule evaluated against stale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3042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3042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node-exporter missed 3 scrapes: data interpolated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7432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43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Kernel panic logged then system recovered silently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735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A green dashboard doesn't mean nothing happened — it means Prometheus didn't capture it at sample time.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0" y="334670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337413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evidence is not evidence of absence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8221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679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scrape_interval controls your observability resolution. 15s means events shorter than 15s may be completely invisible to you.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Kubernetes: Metric Heaven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0" dirty="0"/>
          </a:p>
        </p:txBody>
      </p:sp>
      <p:sp>
        <p:nvSpPr>
          <p:cNvPr id="10" name="Shape 8"/>
          <p:cNvSpPr/>
          <p:nvPr/>
        </p:nvSpPr>
        <p:spPr>
          <a:xfrm>
            <a:off x="3017520" y="64008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40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node-exporter: 1000+ host-level metrics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 kube-state-metrics: every K8s object 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cAdvisor: per-container CPU, memory, network, I/O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246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Custom app metrics via /metrics endpoints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Kubernetes offers the richest default metric coverage of any platform — thousands of metrics out of the box. This is both its strength and its trap.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Three: What Each Exporter Covers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3/10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288036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node-exporter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" y="119786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by mode (user/sys/iowait)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60020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MemFree, Buffers, Cached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00253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I/O: read/write bytes, IOPS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40487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bytes, packets, errors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280720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Filesystem: available, inodes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" y="320954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load avg, context switches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3944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3944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3944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006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☸️ kube-state-metrics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67456" y="1197864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phase (Pending/Running/Failed)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1600200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replicas desired vs available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002536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conditions (Ready, MemoryPressure)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404872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 bound/released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7456" y="2807208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completions, failures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67456" y="3209544"/>
            <a:ext cx="109728" cy="109728"/>
          </a:xfrm>
          <a:prstGeom prst="ellipse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204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current vs desired replicas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9600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600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600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1662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cAdvisor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24016" y="1197864"/>
            <a:ext cx="109728" cy="10972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container_cpu_usage_seconds_total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1600200"/>
            <a:ext cx="109728" cy="10972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container_memory_working_set_bytes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002536"/>
            <a:ext cx="109728" cy="10972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container_network_transmit_bytes_total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24016" y="2404872"/>
            <a:ext cx="109728" cy="10972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container_fs_writes_bytes_total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24016" y="2807208"/>
            <a:ext cx="109728" cy="10972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container_processes (thread count)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24016" y="3209544"/>
            <a:ext cx="109728" cy="109728"/>
          </a:xfrm>
          <a:prstGeom prst="ellipse">
            <a:avLst/>
          </a:prstGeom>
          <a:solidFill>
            <a:srgbClr val="5A9B6E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860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kills per container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Deploy all three: node-exporter and cAdvisor as DaemonSets (one per node), kube-state-metrics as a Deployment. Together they cover host, platform, and container runtime.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Kubernetes Metrics Flow: The Full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4/10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384048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66928"/>
            <a:ext cx="3931920" cy="2834640"/>
          </a:xfrm>
          <a:prstGeom prst="roundRect">
            <a:avLst>
              <a:gd name="adj" fmla="val 3226"/>
            </a:avLst>
          </a:prstGeom>
          <a:ln w="12700">
            <a:solidFill>
              <a:srgbClr val="8B6AB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8B6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(DaemonSet)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804672"/>
            <a:ext cx="155448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859536"/>
            <a:ext cx="155448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0624" y="1194572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2336" y="142317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:9100/metrics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11680" y="804672"/>
            <a:ext cx="155448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859536"/>
            <a:ext cx="155448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66544" y="1194572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48256" y="142317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:8080/metrics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1691640"/>
            <a:ext cx="3474720" cy="1508760"/>
          </a:xfrm>
          <a:prstGeom prst="roundRect">
            <a:avLst>
              <a:gd name="adj" fmla="val 6061"/>
            </a:avLst>
          </a:prstGeom>
          <a:ln w="12700">
            <a:solidFill>
              <a:srgbClr val="D6CCB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1545336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15453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6C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19202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1920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" y="192024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17320" y="19202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1920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09928" y="192024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31720" y="19202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5A9B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19202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24328" y="1920240"/>
            <a:ext cx="539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310128"/>
            <a:ext cx="347472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364992"/>
            <a:ext cx="347472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20624" y="3700028"/>
            <a:ext cx="336499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kube-state-metrics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02336" y="3928628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  :8080/metrics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69664" y="1344168"/>
            <a:ext cx="594360" cy="9144"/>
          </a:xfrm>
          <a:prstGeom prst="line">
            <a:avLst/>
          </a:prstGeom>
          <a:noFill/>
          <a:ln w="19050">
            <a:solidFill>
              <a:srgbClr val="8B6AB5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192524" y="117043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8B6A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2524" y="11704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6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69664" y="2167128"/>
            <a:ext cx="594360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192524" y="199339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5A9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92524" y="19933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9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69664" y="3813048"/>
            <a:ext cx="594360" cy="9144"/>
          </a:xfrm>
          <a:prstGeom prst="line">
            <a:avLst/>
          </a:prstGeom>
          <a:noFill/>
          <a:ln w="19050">
            <a:solidFill>
              <a:srgbClr val="4A9B8E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4192524" y="3639312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92524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828032" y="1691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28032" y="1746504"/>
            <a:ext cx="17830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882896" y="2262226"/>
            <a:ext cx="1673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64608" y="2490826"/>
            <a:ext cx="1709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TSDB + PromQL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56832" y="2404872"/>
            <a:ext cx="64008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6702552" y="223113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02552" y="22311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333488" y="1691640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33488" y="1746504"/>
            <a:ext cx="1554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7388352" y="2262226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370064" y="249082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Alerts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2816352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8346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// Every DaemonSet pod runs on every node — node-exporter sees host metrics, cAdvisor sees container metrics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" y="3035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scrapes all of them. With 100 nodes, that is 200+ scrape targets per cycle.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Kubernetes PromQL Queries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4/10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384048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85216"/>
            <a:ext cx="4251960" cy="1810512"/>
          </a:xfrm>
          <a:prstGeom prst="roundRect">
            <a:avLst>
              <a:gd name="adj" fmla="val 404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85216"/>
            <a:ext cx="4251960" cy="25603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58521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CPU usage 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905256"/>
            <a:ext cx="4069080" cy="1389888"/>
          </a:xfrm>
          <a:prstGeom prst="roundRect">
            <a:avLst>
              <a:gd name="adj" fmla="val 3947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932688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100 - (avg by(instance)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rate(node_cpu_seconds_total{mode="idle"}[5m])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585216"/>
            <a:ext cx="4251960" cy="1810512"/>
          </a:xfrm>
          <a:prstGeom prst="roundRect">
            <a:avLst>
              <a:gd name="adj" fmla="val 404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585216"/>
            <a:ext cx="4251960" cy="25603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58521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memory working set (MB)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905256"/>
            <a:ext cx="4069080" cy="1389888"/>
          </a:xfrm>
          <a:prstGeom prst="roundRect">
            <a:avLst>
              <a:gd name="adj" fmla="val 3947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932688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container_memory_working_set_bytes{container!=""}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1024 / 1024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51176"/>
            <a:ext cx="4251960" cy="1810512"/>
          </a:xfrm>
          <a:prstGeom prst="roundRect">
            <a:avLst>
              <a:gd name="adj" fmla="val 404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51176"/>
            <a:ext cx="4251960" cy="25603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511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Pods not running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71216"/>
            <a:ext cx="4069080" cy="1389888"/>
          </a:xfrm>
          <a:prstGeom prst="roundRect">
            <a:avLst>
              <a:gd name="adj" fmla="val 3947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98648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kube_pod_status_phase{phase!~"Running|Succeeded"} ==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551176"/>
            <a:ext cx="4251960" cy="1810512"/>
          </a:xfrm>
          <a:prstGeom prst="roundRect">
            <a:avLst>
              <a:gd name="adj" fmla="val 4040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551176"/>
            <a:ext cx="4251960" cy="25603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511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CPU iowait 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871216"/>
            <a:ext cx="4069080" cy="1389888"/>
          </a:xfrm>
          <a:prstGeom prst="roundRect">
            <a:avLst>
              <a:gd name="adj" fmla="val 3947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898648"/>
            <a:ext cx="39136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rate(node_cpu_seconds_total{mode="iowait"}[5m]) * 100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These queries work because data flows reliably. In the next section, we will see what happens when that flow breaks down.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When Things Break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0" dirty="0"/>
          </a:p>
        </p:txBody>
      </p:sp>
      <p:sp>
        <p:nvSpPr>
          <p:cNvPr id="10" name="Shape 8"/>
          <p:cNvSpPr/>
          <p:nvPr/>
        </p:nvSpPr>
        <p:spPr>
          <a:xfrm>
            <a:off x="3017520" y="64008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40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Blank metrics: the node is broken but the chart is empty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CPU starvation: even exporters can't get scheduled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0️⃣  Blank vs. zero: they look the same, mean very different things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246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The Rashomon effect: same dashboard, five opinions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2793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2511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When a system is most broken, its metrics are most likely to be absent. This is the fundamental observability paradox.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43525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43799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Heisenbug of Ops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Metrics = Silent Alarms: The Node is Screaming, Charts are Quiet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25400">
            <a:solidFill>
              <a:srgbClr val="4A99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94360"/>
            <a:ext cx="1554480" cy="256032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594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T=0:00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" y="1353312"/>
            <a:ext cx="14081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flowing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scrapes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65960" y="594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25400">
            <a:solidFill>
              <a:srgbClr val="B8892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594360"/>
            <a:ext cx="1554480" cy="256032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594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T=0:10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39112" y="1353312"/>
            <a:ext cx="14081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load spike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OOM events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0" y="594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25400">
            <a:solidFill>
              <a:srgbClr val="C460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594360"/>
            <a:ext cx="1554480" cy="2560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594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T=0:20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30752" y="1353312"/>
            <a:ext cx="14081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scrapes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49240" y="594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25400">
            <a:solidFill>
              <a:srgbClr val="C460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594360"/>
            <a:ext cx="1554480" cy="2560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594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T=0:30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22392" y="1353312"/>
            <a:ext cx="14081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at all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594360"/>
            <a:ext cx="1554480" cy="1645920"/>
          </a:xfrm>
          <a:prstGeom prst="roundRect">
            <a:avLst>
              <a:gd name="adj" fmla="val 5882"/>
            </a:avLst>
          </a:prstGeom>
          <a:solidFill>
            <a:srgbClr val="F5F1EB"/>
          </a:solidFill>
          <a:ln w="25400">
            <a:solidFill>
              <a:srgbClr val="B889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594360"/>
            <a:ext cx="1554480" cy="256032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5943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T=0:45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914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14032" y="1353312"/>
            <a:ext cx="14081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absent() fires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 too late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395728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ECE6DD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39572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shows:  T=0:00 [data]  T=0:10 [data]  T=0:20 [partial]  T=0:25-0:45 [NO DATA]  T=0:45 [data]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236976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8269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Users report outage at T=0:20. On-call opens Grafana. Sees partial data then blank. No obvious spike. No clear cause. Investigation begins in the dark.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132320" y="3310128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3375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pattern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26096" y="3310128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6096" y="33375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seen this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828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3931920"/>
            <a:ext cx="2834640" cy="3657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absent() Alert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absent(metric) to alert when a metric disappears. But you need 5 missed scrapes (~75s) before Prometheus marks it stale.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546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54680" y="3931920"/>
            <a:ext cx="2834640" cy="3657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644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Miss Counter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2644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scrape_samples_scraped tracks per-job. up{} = 0 means target unreachable. Monitor these meta-metrics!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264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26480" y="3931920"/>
            <a:ext cx="2834640" cy="3657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Trap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362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interpolates gaps by default. A blank period looks like a smooth line unless you set No value display to show gaps.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Starvation: When the Exporter Can't Get Scheduled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59436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🔴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1920240" y="594360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594360"/>
            <a:ext cx="54864" cy="7132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63093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is a preemptive scheduler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88696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compete for CPU time. Anything can starve anything else.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1399032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1399032"/>
            <a:ext cx="54864" cy="7132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43560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 is a normal process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elevated priority by default. Under heavy load, it waits in the run queue.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20240" y="2203704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203704"/>
            <a:ext cx="54864" cy="7132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224028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timeout hits while exporter waits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24963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gives up after scrape_timeout (default 10s). Scrape fails — data gap.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3008376"/>
            <a:ext cx="6858000" cy="713232"/>
          </a:xfrm>
          <a:prstGeom prst="roundRect">
            <a:avLst>
              <a:gd name="adj" fmla="val 10256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20240" y="3008376"/>
            <a:ext cx="54864" cy="713232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57400" y="304495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worse the problem, the less you see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57400" y="330098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runaway workload creates blanks in the exact metrics you need to diagnose it.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8862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3192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Irony: The CPU starvation metric itself (node_cpu_seconds_total) may be missing because the exporter can't get CPU to report it.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395935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9867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effect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626096" y="395935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26096" y="39867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measure what's measuring you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Mitigation: Give node-exporter a higher CPU priority via K8s Priority Classes to guarantee it gets CPU even under heavy load.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vs. Zero: They Look Similar, Mean Completely Different Things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30352"/>
            <a:ext cx="9144" cy="352044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E5F0E9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Zero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56692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566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(Blank)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98755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0241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collected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12435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scraped successfully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53619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is genuinely zero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17922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errors, no traffic, all quiet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8483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214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alert: 0 &gt; threshold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23408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write alert rules confidently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33472"/>
            <a:ext cx="393192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4A99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67004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error_rate = 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28895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 in this window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98755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241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NOT collected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124358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failed, target down, timeout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53619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57276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state — could be anything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17922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panic, exporter crash, network issue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08483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1214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may NOT fire at all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234086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absent() needed — easily forgotten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3347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6700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error_rate = (blank)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28895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0% or 100% — or node is dead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2735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Alert rule fires IF metric &gt; threshold. If metric is blank — the rule never evaluates. You need BOTH threshold alerts AND absent() guards.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32320" y="334670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37413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626096" y="334670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6096" y="337413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 root cause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816352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28346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// Recommended: always pair threshold alerts with absent() alerts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3035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alert: HighErrorRate OR alert: ErrorMetricMissing (using absent(error_rate_metric))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Rashomon Effect: Same Dashboard, Five Different Stories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621792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CE6DD"/>
          </a:solidFill>
          <a:ln w="19050">
            <a:solidFill>
              <a:srgbClr val="D6CC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658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Dashboard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932688"/>
            <a:ext cx="2651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NO DATA 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82880" y="566928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5F1EB"/>
          </a:solidFill>
          <a:ln w="15240">
            <a:solidFill>
              <a:srgbClr val="5A9B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640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950976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app is fine. No errors in my code logs. Must be infra."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566928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640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Engineer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6480" y="950976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"Network is clean. No drops. Check the app config."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37744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2761488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"Blank metrics could be a DDoS data-plane attack. Lock it down."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37744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Admin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2761488"/>
            <a:ext cx="265176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"Pod restarts look normal. Etcd healthy. Dashboard issue?"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14884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219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2532888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"Users are down. Nobody knows why. P0 declared."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04164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8736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When metrics are blank, every team fills the vacuum with assumptions from their own domain. The incident becomes political. Resolution stalls.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0" y="411480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1422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blank metrics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Linux Kernel: The Dark Matter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0" dirty="0"/>
          </a:p>
        </p:txBody>
      </p:sp>
      <p:sp>
        <p:nvSpPr>
          <p:cNvPr id="10" name="Shape 8"/>
          <p:cNvSpPr/>
          <p:nvPr/>
        </p:nvSpPr>
        <p:spPr>
          <a:xfrm>
            <a:off x="3017520" y="64008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40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What node-exporter doesn't collect by default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Critical kernel parameters hidden in /proc and /sys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The knowledge gap: incidents reveal what you should monitor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246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CPU preemption cascade: a kernel-level feedback loop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27939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2511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Linux kernel exposes thousands of tunable parameters and counters. node-exporter covers a curated subset. The rest are dark matter.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43525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43799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/proc/sys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626096" y="435254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437997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sysctl -a returns 1000+ parameters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Kernel Parameters: What node-exporter Doesn't Expose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Subsystem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" y="119786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/proc/vmstat: oom_kill count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60020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nr_throttled_background_pages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00253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pgscan_kswapd / pgsteal_kswapd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40487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numa_foreign / numa_miss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280720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compaction_stall (huge pages)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" y="320954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default node-exporter!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3944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3944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3944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006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/ CPU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67456" y="1197864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nr_running: run queue depth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1600200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nr_uninterruptible: D-state procs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002536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/proc/schedstat: wait_sum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404872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cpu_steal_time (on VMs)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7456" y="2807208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context_switch rate (cs/s)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67456" y="3209544"/>
            <a:ext cx="109728" cy="109728"/>
          </a:xfrm>
          <a:prstGeom prst="ellipse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204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--collector.schedstat flag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96000" y="585216"/>
            <a:ext cx="2865120" cy="400507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600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600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1662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Limits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24016" y="119786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/proc/sys/kernel/threads-max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160020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/proc/sys/kernel/pid_max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00253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/proc/sys/vm/overcommit_memory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24016" y="240487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/proc/sys/net/ipv4/tcp_tw_reuse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24016" y="280720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file-max: open file descriptor limit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24016" y="320954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860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inotify/max_user_watches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Enable additional collectors: --collector.schedstat --collector.vmstat --collector.processes. Each adds crucial kernel visibility.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Gap: Too Much Signal, No Context When It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8/10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768096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85216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585216"/>
            <a:ext cx="2834640" cy="274320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585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950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1000+ metrics available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Nobody monitors /proc/vmstat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1975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nr_uninterruptible always low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Schedstat: no one checks 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999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 is good, dashboards green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585216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585216"/>
            <a:ext cx="2834640" cy="274320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585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 Progress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950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degrading fast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charts blank or stale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1975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kernel counter matters?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muscle memory for this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0" y="2999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Pressure to restore NOW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585216"/>
            <a:ext cx="2834640" cy="3246120"/>
          </a:xfrm>
          <a:prstGeom prst="roundRect">
            <a:avLst>
              <a:gd name="adj" fmla="val 322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585216"/>
            <a:ext cx="2834640" cy="274320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85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46520" y="9509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cause: pgscan_kswapd spike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nr_uninterruptible hit 200+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46520" y="197510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schedstat.wait_sum maxed 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2487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"We should have monitored this"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29992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dashboards... until next 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63240" y="2057400"/>
            <a:ext cx="13716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2857500" y="18836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57500" y="1883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108192" y="2057400"/>
            <a:ext cx="13716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5902452" y="188366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02452" y="1883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36576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70332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vicious cycle: you only know which kernel metrics matter AFTER the incident — but by then it is too late to have collected them.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0" y="373075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375818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gap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Preemption Cascade: The Feedback Loop That Defeats Monitoring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6400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F1EB"/>
          </a:solidFill>
          <a:ln w="22860">
            <a:solidFill>
              <a:srgbClr val="C460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0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105156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workload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14264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saturates all CPUs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queue depth spikes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6400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F1EB"/>
          </a:solidFill>
          <a:ln w="22860">
            <a:solidFill>
              <a:srgbClr val="C460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640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105156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processes stall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91840" y="14264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processes wait in queue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D-state count rises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6400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F1EB"/>
          </a:solidFill>
          <a:ln w="22860">
            <a:solidFill>
              <a:srgbClr val="B889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640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9632" y="105156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 waits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0" y="142646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get CPU to 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timeout approaches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33172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F1EB"/>
          </a:solidFill>
          <a:ln w="22860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" y="274320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 fails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311810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GET times 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up{job=node} = 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33172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F1EB"/>
          </a:solidFill>
          <a:ln w="22860">
            <a:solidFill>
              <a:srgbClr val="8A80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73552" y="274320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go blank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11810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nothing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do not fire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33172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5F1EB"/>
          </a:solidFill>
          <a:ln w="22860">
            <a:solidFill>
              <a:srgbClr val="8A80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274320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impossible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17920" y="311810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what caused this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Rashomon begins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816352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8346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// This loop is self-reinforcing: the problem creates its own information blackout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3035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steal / iowait / D-state metrics vanish exactly when you need them most — because the system that reports them is also starving.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Starvation Loop: From Bad Container to Blank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67665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7744" y="1097280"/>
            <a:ext cx="1581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" y="1325880"/>
            <a:ext cx="1618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CPU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20240" y="1216152"/>
            <a:ext cx="54864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920240" y="104241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10424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14600" y="621792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67665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9464" y="1097280"/>
            <a:ext cx="15819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51176" y="1325880"/>
            <a:ext cx="1618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&gt;&gt; 1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51960" y="1216152"/>
            <a:ext cx="54864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251960" y="1042416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10424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starves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846320" y="566928"/>
            <a:ext cx="3977640" cy="1078992"/>
          </a:xfrm>
          <a:prstGeom prst="roundRect">
            <a:avLst>
              <a:gd name="adj" fmla="val 8475"/>
            </a:avLst>
          </a:prstGeom>
          <a:ln w="12700">
            <a:solidFill>
              <a:srgbClr val="B8892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3776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competing for CPU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37760" y="7498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7498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7498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7498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7498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73368" y="7498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probes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23760" y="74980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749808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⏳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16368" y="749808"/>
            <a:ext cx="722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daemons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1682496"/>
            <a:ext cx="9144" cy="457200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82880" y="22402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82880" y="2295144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💀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37744" y="269199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Timeout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9456" y="292059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up{} = 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94560" y="22402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194560" y="2295144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249424" y="269199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Blank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31136" y="292059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values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206240" y="224028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06240" y="2295144"/>
            <a:ext cx="182880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261104" y="269199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Silent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242816" y="292059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 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17920" y="224028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8A807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217920" y="2295144"/>
            <a:ext cx="265176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272784" y="2691994"/>
            <a:ext cx="25420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Rashomon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54496" y="292059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everyone guesses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nobody knows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2735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31927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monitoring system depends on the very resources it is trying to monitor. Under maximum load = maximum blindness.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132320" y="3346704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32320" y="337413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effect at the kernel level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28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" y="3931920"/>
            <a:ext cx="2834640" cy="3657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Priority Classes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926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node-exporter a high-priority PriorityClass so it gets CPU even under heavy load.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1546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54680" y="3931920"/>
            <a:ext cx="2834640" cy="3657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644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Tune Timeout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644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scrape_timeout to 30s — gives exporter more time to get scheduled and respond.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39319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6480" y="3931920"/>
            <a:ext cx="2834640" cy="3657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36208" y="40233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Heartbeat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236208" y="4279392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monitoring: push-based heartbeat to external system. If heartbeat stops, alert fires independently.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Case Studies from the Trenches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0" dirty="0"/>
          </a:p>
        </p:txBody>
      </p:sp>
      <p:sp>
        <p:nvSpPr>
          <p:cNvPr id="10" name="Shape 8"/>
          <p:cNvSpPr/>
          <p:nvPr/>
        </p:nvSpPr>
        <p:spPr>
          <a:xfrm>
            <a:off x="3017520" y="64008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85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 Case 1: Thread Explosion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0241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creates thousands of threads → CPU saturation → blank metrics → Rashomon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1755648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801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🧟  Case 2: Zombie Storm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13969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readiness/liveness probes + bad shutdown → zombie accumulation → kernel resource exhaustion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17520" y="2871216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9169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Case 3: Everything Connected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2552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+ zombies + CPU starvation + blank metrics = a perfect storm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Based on real production incidents. Details generalized. Each illustrates how metrics fail precisely when needed most.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Thread Explosion — When Bad Code Blinds the Entire Node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0" y="530352"/>
            <a:ext cx="9144" cy="3520440"/>
          </a:xfrm>
          <a:prstGeom prst="line">
            <a:avLst/>
          </a:prstGeom>
          <a:noFill/>
          <a:ln w="6350">
            <a:solidFill>
              <a:srgbClr val="D6CC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66928"/>
            <a:ext cx="393192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566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566928"/>
            <a:ext cx="4114800" cy="365760"/>
          </a:xfrm>
          <a:prstGeom prst="roundRect">
            <a:avLst>
              <a:gd name="adj" fmla="val 20000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5669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 (Or Did Not)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987552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0241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spawns thread per request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1261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anti-pattern: no thread pooling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5910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spike: 50,000+ threads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1828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process.threads exceeds kernel.threads-max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579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scheduler thrashes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2395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switches per second: millions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688336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72491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CPUs at 100% sys 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29626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user-space process gets meaningful CPU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98755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9875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chart: blank for 8 minutes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49047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4904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chart: blank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99339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933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chart: blank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49631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4963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up{job=node-exporter}: stuck then 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99923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5F1EB"/>
          </a:solidFill>
          <a:ln w="10160">
            <a:solidFill>
              <a:srgbClr val="8A80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99923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absent() alert fired — 75 seconds too late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Diagnosis: only by SSH to node, running 'ps aux | wc -l' and reading /proc/PID/status. No Grafana dashboard showed this.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132320" y="363931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66674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container_processes metric existed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26096" y="3639312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6096" y="366674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was not built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41605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06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Add alert on container_processes &gt; N per-app baseline. Also alert on node_context_switches_total rate — a proxy for thread thrashing.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Wait Cascade: One Bad App, Whole Node Affected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83280" y="59436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649224"/>
            <a:ext cx="237744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38144" y="1046074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App Container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9856" y="1274674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50,000 threads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thread-per-request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490472"/>
            <a:ext cx="9144" cy="411480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371600" y="1938528"/>
            <a:ext cx="6400800" cy="566928"/>
          </a:xfrm>
          <a:prstGeom prst="roundRect">
            <a:avLst>
              <a:gd name="adj" fmla="val 12903"/>
            </a:avLst>
          </a:prstGeom>
          <a:solidFill>
            <a:srgbClr val="ECE6DD"/>
          </a:solidFill>
          <a:ln w="25400">
            <a:solidFill>
              <a:srgbClr val="C460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1938528"/>
            <a:ext cx="6309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CPU Run Queue  [saturated — all slots taken]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633472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" y="2688336"/>
            <a:ext cx="1554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" y="3085186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" y="331378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waiting...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2633472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0" y="2688336"/>
            <a:ext cx="1554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83664" y="3085186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65376" y="331378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waiting...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0" y="2633472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2688336"/>
            <a:ext cx="1554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29584" y="3085186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11296" y="331378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waiting...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2633472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2688336"/>
            <a:ext cx="1554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75504" y="3085186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157216" y="331378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waiting...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0" y="2633472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5F1EB"/>
          </a:solidFill>
          <a:ln w="19050">
            <a:solidFill>
              <a:srgbClr val="8A807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66560" y="2688336"/>
            <a:ext cx="1554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21424" y="3085186"/>
            <a:ext cx="14447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daemons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03136" y="331378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waiting...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" y="2578608"/>
            <a:ext cx="8778240" cy="1005840"/>
          </a:xfrm>
          <a:prstGeom prst="roundRect">
            <a:avLst>
              <a:gd name="adj" fmla="val 9091"/>
            </a:avLst>
          </a:prstGeom>
          <a:ln w="12700">
            <a:solidFill>
              <a:srgbClr val="B8892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74320" y="243230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B88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" y="243230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are waiting for CPU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376732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1304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When one misbehaving container monopolizes CPU, EVERY system component on that node suffers — monitoring, networking, health checks all degrade simultaneously.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0" y="38404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386791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neighbor at the kernel level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K8s resource limits (cpu.limits) prevent this. Unlimited CPU containers are a ticking time bomb in shared node environments.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Zombie Process Storm — Liveness Probes Making Things Worse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9/10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864108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7160" y="594360"/>
            <a:ext cx="1572768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5A9B6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" y="649224"/>
            <a:ext cx="157276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" y="109362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Container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" y="132222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not reap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processes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1216152"/>
            <a:ext cx="182880" cy="9144"/>
          </a:xfrm>
          <a:prstGeom prst="line">
            <a:avLst/>
          </a:prstGeom>
          <a:noFill/>
          <a:ln w="19050">
            <a:solidFill>
              <a:srgbClr val="5A9B6E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920240" y="594360"/>
            <a:ext cx="1572768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20240" y="649224"/>
            <a:ext cx="157276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75104" y="109362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56816" y="132222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table fills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slowly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0440" y="1216152"/>
            <a:ext cx="18288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703320" y="594360"/>
            <a:ext cx="1572768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03320" y="649224"/>
            <a:ext cx="157276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58184" y="109362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39896" y="132222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Probe: is app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alive? — fails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303520" y="1216152"/>
            <a:ext cx="18288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486400" y="594360"/>
            <a:ext cx="1572768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0" y="649224"/>
            <a:ext cx="157276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41264" y="109362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Restart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22976" y="132222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 container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zombies spawn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086600" y="1216152"/>
            <a:ext cx="182880" cy="9144"/>
          </a:xfrm>
          <a:prstGeom prst="line">
            <a:avLst/>
          </a:prstGeom>
          <a:noFill/>
          <a:ln w="19050">
            <a:solidFill>
              <a:srgbClr val="C4605B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269480" y="594360"/>
            <a:ext cx="1572768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69480" y="649224"/>
            <a:ext cx="1572768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24344" y="1093622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Exhaustion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06056" y="1322222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pid_max reached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 fails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1755648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B889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node_processes metric: unreliable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2029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restarts cause counter resets that look like noise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1755648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process_zombie gauge: exists but unwatched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2029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 exports it, nobody alerting on 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237744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C460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41401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churning: high CPU overhead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26517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restarts — kubelet busy — metrics delayed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237744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0160">
            <a:solidFill>
              <a:srgbClr val="8B6A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41401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never stable: service degraded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46320" y="26517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flickering causes load balancer thrash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17296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The fix is the app, not Prometheus. Use tini or dumb-init as PID 1 to reap zombie children. Liveness probes amplify pre-existing issues.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32320" y="320040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32278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process_zombie &gt; 10 should alert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26096" y="320040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26096" y="32278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init process in containers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28600" y="3639312"/>
            <a:ext cx="8686800" cy="749808"/>
          </a:xfrm>
          <a:prstGeom prst="roundRect">
            <a:avLst>
              <a:gd name="adj" fmla="val 12195"/>
            </a:avLst>
          </a:prstGeom>
          <a:solidFill>
            <a:srgbClr val="2D2926"/>
          </a:solidFill>
          <a:ln w="12700">
            <a:solidFill>
              <a:srgbClr val="D6CCBF"/>
            </a:solidFill>
            <a:prstDash val="solid"/>
          </a:ln>
          <a:effectLst>
            <a:outerShdw sx="100000" sy="100000" kx="0" ky="0" algn="bl" rotWithShape="0" blurRad="127000" dist="50800" dir="2700000">
              <a:srgbClr val="9E9488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" y="349300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ECE6DD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" y="349300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56616" y="3749040"/>
            <a:ext cx="84307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Dockerfile: use tini as PID 1 to reap zombie processes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["/sbin/tini", "--", "/app/start.sh"]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D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in K8s: shareProcessNamespace: true  (lets kubelet reap zombies)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Everything Connected — The Perfect Storm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10/10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C4605B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621792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676656"/>
            <a:ext cx="2194560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1025957"/>
            <a:ext cx="208483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Container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11296" y="1254557"/>
            <a:ext cx="2121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threads/request, no pool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719072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1773936"/>
            <a:ext cx="192024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7744" y="2108972"/>
            <a:ext cx="1810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Explosion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" y="23375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50k+ threads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719072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773936"/>
            <a:ext cx="201168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12864" y="2108972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Thrash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94576" y="2337572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 overload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852928"/>
            <a:ext cx="192024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" y="2907792"/>
            <a:ext cx="192024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🧟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37744" y="3242828"/>
            <a:ext cx="18105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Procs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9456" y="3471428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table grows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2852928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8A807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2907792"/>
            <a:ext cx="201168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12864" y="3242828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Metrics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94576" y="34714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exporter starved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66160" y="2852928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5F1EB"/>
          </a:solidFill>
          <a:ln w="1905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66160" y="2907792"/>
            <a:ext cx="201168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21024" y="3242828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Failures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02736" y="3471428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 churning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 flipH="1">
            <a:off x="1783080" y="1417320"/>
            <a:ext cx="2057400" cy="301752"/>
          </a:xfrm>
          <a:prstGeom prst="line">
            <a:avLst/>
          </a:prstGeom>
          <a:noFill/>
          <a:ln w="15240">
            <a:solidFill>
              <a:srgbClr val="D6CC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1417320"/>
            <a:ext cx="1645920" cy="301752"/>
          </a:xfrm>
          <a:prstGeom prst="line">
            <a:avLst/>
          </a:prstGeom>
          <a:noFill/>
          <a:ln w="15240">
            <a:solidFill>
              <a:srgbClr val="D6CC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2468880"/>
            <a:ext cx="9144" cy="384048"/>
          </a:xfrm>
          <a:prstGeom prst="line">
            <a:avLst/>
          </a:prstGeom>
          <a:noFill/>
          <a:ln w="15240">
            <a:solidFill>
              <a:srgbClr val="D6CC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2468880"/>
            <a:ext cx="9144" cy="384048"/>
          </a:xfrm>
          <a:prstGeom prst="line">
            <a:avLst/>
          </a:prstGeom>
          <a:noFill/>
          <a:ln w="15240">
            <a:solidFill>
              <a:srgbClr val="D6CC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3246120"/>
            <a:ext cx="1463040" cy="9144"/>
          </a:xfrm>
          <a:prstGeom prst="line">
            <a:avLst/>
          </a:prstGeom>
          <a:noFill/>
          <a:ln w="15240">
            <a:solidFill>
              <a:srgbClr val="D6CC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3246120"/>
            <a:ext cx="1280160" cy="9144"/>
          </a:xfrm>
          <a:prstGeom prst="line">
            <a:avLst/>
          </a:prstGeom>
          <a:noFill/>
          <a:ln w="15240">
            <a:solidFill>
              <a:srgbClr val="D6CC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76732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1304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None of these problems is independently obvious. They interact in ways that create symptoms pointing in all directions — classic Rashomon.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0" y="38404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0" y="386791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app architecture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26096" y="38404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6096" y="386791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 everywhere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416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Combine dmesg + /proc/PID/status + container_processes + node run queue depth to reconstruct the full picture.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Fighting Back: Strategies When Metrics Fail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C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0" dirty="0"/>
          </a:p>
        </p:txBody>
      </p:sp>
      <p:sp>
        <p:nvSpPr>
          <p:cNvPr id="10" name="Shape 8"/>
          <p:cNvSpPr/>
          <p:nvPr/>
        </p:nvSpPr>
        <p:spPr>
          <a:xfrm>
            <a:off x="3017520" y="64008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40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Node Problem Detector: convert kernel logs to metrics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150876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🐧  Long-running agents: capture kernel memory snapshots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3774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Post-mortem forensics: dmesg, /proc, systemd journal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24612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Architectural hardening: Priority Classes, resource limits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Defense in depth: reduce failure probability (limits), detect faster (NPD), retain evidence after crash (persistent collectors).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Problem Detector: Log-Based Detection as a Metrics Bridge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" y="59436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🔍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2103120" y="59436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594360"/>
            <a:ext cx="54864" cy="804672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6400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0280" y="90525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K8s DaemonSet that watches kernel logs (dmesg, journald, custom logs) and converts patterns to K8s Events and custom metrics.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03120" y="150876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1508760"/>
            <a:ext cx="54864" cy="804672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5544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181965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kill events, kernel panics, disk I/O hangs, NFS timeouts, docker daemon failures — things node-exporter has no metric for.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242316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2423160"/>
            <a:ext cx="54864" cy="804672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2468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273405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 pattern matching → NodeCondition update → custom Prometheus metrics via problem_gauge and problem_counter.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03120" y="333756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5F1EB"/>
          </a:solidFill>
          <a:ln w="10160">
            <a:solidFill>
              <a:srgbClr val="D6CC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337560"/>
            <a:ext cx="54864" cy="804672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33832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40280" y="364845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depends on log collection working. Under extreme CPU starvation, NPD itself may fail to get scheduled. Not a silver bullet.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816352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5F1EB"/>
          </a:solidFill>
          <a:ln w="9525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346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// NPD converts qualitative log events into quantitative signals Prometheus can alert 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035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node_problem_detector_problem_gauge{condition="OOMKilling"} fires before OOM becomes a blank metric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Problem Detector: Architecture and Data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66928"/>
            <a:ext cx="2194560" cy="3063240"/>
          </a:xfrm>
          <a:prstGeom prst="roundRect">
            <a:avLst>
              <a:gd name="adj" fmla="val 4167"/>
            </a:avLst>
          </a:prstGeom>
          <a:ln w="12700">
            <a:solidFill>
              <a:srgbClr val="8A807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4320" y="420624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FFFDF8"/>
          </a:solidFill>
          <a:ln w="6350">
            <a:solidFill>
              <a:srgbClr val="8A80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4206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82296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82296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822960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/dev/kmsg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ring buffer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6002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0020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1600200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journal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5F1EB"/>
          </a:solidFill>
          <a:ln w="12700">
            <a:solidFill>
              <a:srgbClr val="8A80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77440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2377440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log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/var/log/*.log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2240280"/>
            <a:ext cx="502920" cy="9144"/>
          </a:xfrm>
          <a:prstGeom prst="line">
            <a:avLst/>
          </a:prstGeom>
          <a:noFill/>
          <a:ln w="19050">
            <a:solidFill>
              <a:srgbClr val="4A9B8E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2400300" y="20665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B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0300" y="20665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71800" y="1444752"/>
            <a:ext cx="2011680" cy="1325880"/>
          </a:xfrm>
          <a:prstGeom prst="roundRect">
            <a:avLst>
              <a:gd name="adj" fmla="val 6897"/>
            </a:avLst>
          </a:prstGeom>
          <a:solidFill>
            <a:srgbClr val="F5F1EB"/>
          </a:solidFill>
          <a:ln w="1905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71800" y="1499616"/>
            <a:ext cx="2011680" cy="609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026664" y="2134210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Problem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08376" y="2362810"/>
            <a:ext cx="19385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matching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engine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0" y="1965960"/>
            <a:ext cx="502920" cy="9144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006340" y="17922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6340" y="17922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7F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0" y="2697480"/>
            <a:ext cx="502920" cy="9144"/>
          </a:xfrm>
          <a:prstGeom prst="line">
            <a:avLst/>
          </a:prstGeom>
          <a:noFill/>
          <a:ln w="19050">
            <a:solidFill>
              <a:srgbClr val="4A996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5006340" y="252374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4A99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6340" y="25237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99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77840" y="621792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77840" y="676656"/>
            <a:ext cx="22860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632704" y="1121054"/>
            <a:ext cx="2176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NodeCondition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14416" y="1349654"/>
            <a:ext cx="2212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OOMKilling=True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KernelDeadlock=True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1691640"/>
            <a:ext cx="2286000" cy="960120"/>
          </a:xfrm>
          <a:prstGeom prst="roundRect">
            <a:avLst>
              <a:gd name="adj" fmla="val 9524"/>
            </a:avLst>
          </a:prstGeom>
          <a:solidFill>
            <a:srgbClr val="F5F1EB"/>
          </a:solidFill>
          <a:ln w="1905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1746504"/>
            <a:ext cx="2286000" cy="441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632704" y="2190902"/>
            <a:ext cx="2176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14416" y="2419502"/>
            <a:ext cx="2212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 endpoint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Prometheus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77840" y="27432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1905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577840" y="279806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5632704" y="3218688"/>
            <a:ext cx="21762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14416" y="3447288"/>
            <a:ext cx="2212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problem_gauge &gt; 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8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PagerDuty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0" y="3337560"/>
            <a:ext cx="502920" cy="9144"/>
          </a:xfrm>
          <a:prstGeom prst="line">
            <a:avLst/>
          </a:prstGeom>
          <a:noFill/>
          <a:ln w="19050">
            <a:solidFill>
              <a:srgbClr val="B8892C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5006340" y="3163824"/>
            <a:ext cx="548640" cy="201168"/>
          </a:xfrm>
          <a:prstGeom prst="roundRect">
            <a:avLst>
              <a:gd name="adj" fmla="val 27273"/>
            </a:avLst>
          </a:prstGeom>
          <a:solidFill>
            <a:srgbClr val="F5F1EB"/>
          </a:solidFill>
          <a:ln w="9525">
            <a:solidFill>
              <a:srgbClr val="B889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06340" y="316382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89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4320" y="3858768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8ECEC"/>
          </a:solidFill>
          <a:ln w="12700">
            <a:solidFill>
              <a:srgbClr val="C460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904488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NPD provides early warning BEFORE a node becomes completely unresponsive. OOM events, kernel hangs, filesystem errors — all become Prometheus-queryable.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132320" y="39319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8ECEC"/>
          </a:solidFill>
          <a:ln w="6350">
            <a:solidFill>
              <a:srgbClr val="C460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39593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before metrics go silent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Deploy NPD with custom rules for your kernel version. See: github.com/kubernetes/node-problem-detector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9B8E"/>
          </a:solidFill>
          <a:ln w="12700">
            <a:solidFill>
              <a:srgbClr val="4A9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Kernel Collectors: Evidence That Survives Node Death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85216"/>
            <a:ext cx="2865120" cy="395935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" y="119786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Pixie, Tetragon, Falco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" y="1600200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Kernel-level: zero sampling gap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0896" y="2002536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syscall, every packet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" y="2404872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to ring buffer / storage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0896" y="2807208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even exporter crashes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" y="3209544"/>
            <a:ext cx="109728" cy="109728"/>
          </a:xfrm>
          <a:prstGeom prst="ellipse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significant CPU/memory overhead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39440" y="585216"/>
            <a:ext cx="2865120" cy="395935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3944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3944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6006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Memory Snapshots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67456" y="119786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204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/proc/meminfo &gt;&gt; log (periodic)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67456" y="1600200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vmstat -n 1 &gt;&gt; /var/log/vmstat.log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002536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-A interval (sysstat package)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404872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node-local persistent disk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7456" y="2807208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Retrievable after pod restart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67456" y="3209544"/>
            <a:ext cx="109728" cy="109728"/>
          </a:xfrm>
          <a:prstGeom prst="ellipse">
            <a:avLst/>
          </a:prstGeom>
          <a:solidFill>
            <a:srgbClr val="8B6AB5"/>
          </a:solidFill>
          <a:ln w="12700">
            <a:solidFill>
              <a:srgbClr val="8B6A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204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overhead, high diagnostic value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96000" y="585216"/>
            <a:ext cx="2865120" cy="3959352"/>
          </a:xfrm>
          <a:prstGeom prst="roundRect">
            <a:avLst>
              <a:gd name="adj" fmla="val 3191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6000" y="585216"/>
            <a:ext cx="2865120" cy="475488"/>
          </a:xfrm>
          <a:prstGeom prst="rect">
            <a:avLst/>
          </a:prstGeom>
          <a:solidFill>
            <a:srgbClr val="ECE6DD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600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51662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Post-Crash Forensics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24016" y="119786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8608" y="113385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dmesg --ctime: kernel timeline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24016" y="1600200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860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-k --since yesterday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4016" y="2002536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860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/var/log/kern.log (if configured)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224016" y="2404872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860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kdump: crash dump for kernel panics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24016" y="2807208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860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coredump for app crashes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24016" y="3209544"/>
            <a:ext cx="109728" cy="109728"/>
          </a:xfrm>
          <a:prstGeom prst="ellipse">
            <a:avLst/>
          </a:prstGeom>
          <a:solidFill>
            <a:srgbClr val="B8892C"/>
          </a:solidFill>
          <a:ln w="12700">
            <a:solidFill>
              <a:srgbClr val="B8892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8608" y="3145536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node reboot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464515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EAF0F7"/>
          </a:solidFill>
          <a:ln w="9525">
            <a:solidFill>
              <a:srgbClr val="4A7FB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Strategy: eBPF for high-fidelity realtime, vmstat/sar snapshots for low-overhead persistence, dmesg/journal for post-mortem. Layer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5F1EB"/>
          </a:solidFill>
          <a:ln w="6350">
            <a:solidFill>
              <a:srgbClr val="D6CC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4A7FB5"/>
          </a:solidFill>
          <a:ln w="12700">
            <a:solidFill>
              <a:srgbClr val="4A7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What to Do Monday Morning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 4/10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D6CCBF"/>
          </a:solidFill>
          <a:ln w="12700">
            <a:solidFill>
              <a:srgbClr val="D6CC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384048" cy="82296"/>
          </a:xfrm>
          <a:prstGeom prst="rect">
            <a:avLst/>
          </a:prstGeom>
          <a:solidFill>
            <a:srgbClr val="4A9968"/>
          </a:solidFill>
          <a:ln w="12700">
            <a:solidFill>
              <a:srgbClr val="4A99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 · SUMMARY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585216"/>
            <a:ext cx="2770632" cy="1828800"/>
          </a:xfrm>
          <a:prstGeom prst="roundRect">
            <a:avLst>
              <a:gd name="adj" fmla="val 5000"/>
            </a:avLst>
          </a:prstGeom>
          <a:solidFill>
            <a:srgbClr val="F5F1EB"/>
          </a:solidFill>
          <a:ln w="15240">
            <a:solidFill>
              <a:srgbClr val="4A7F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658368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" y="1060704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scrape gaps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380744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Events shorter than scrape_interval are invisible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63677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Monitor: up{} and scrape_duration_seconds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89280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absent() guards on every threshold alert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36392" y="585216"/>
            <a:ext cx="2770632" cy="1828800"/>
          </a:xfrm>
          <a:prstGeom prst="roundRect">
            <a:avLst>
              <a:gd name="adj" fmla="val 5000"/>
            </a:avLst>
          </a:prstGeom>
          <a:solidFill>
            <a:srgbClr val="F5F1EB"/>
          </a:solidFill>
          <a:ln w="15240">
            <a:solidFill>
              <a:srgbClr val="C4605B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36392" y="658368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9544" y="1060704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does not mean Healthy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27832" y="1380744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 can mean catastrophic failure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7832" y="163677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Grafana No Value display correctly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27832" y="189280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on data absence, not just data values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44184" y="585216"/>
            <a:ext cx="2770632" cy="1828800"/>
          </a:xfrm>
          <a:prstGeom prst="roundRect">
            <a:avLst>
              <a:gd name="adj" fmla="val 5000"/>
            </a:avLst>
          </a:prstGeom>
          <a:solidFill>
            <a:srgbClr val="F5F1EB"/>
          </a:solidFill>
          <a:ln w="15240">
            <a:solidFill>
              <a:srgbClr val="B8892C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44184" y="658368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17336" y="1060704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your kernel coverage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1380744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--collector.schedstat --collector.vmstat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35624" y="163677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on container_processes and process_zombie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35624" y="189280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context_switches rate as CPU health proxy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578608"/>
            <a:ext cx="2770632" cy="1828800"/>
          </a:xfrm>
          <a:prstGeom prst="roundRect">
            <a:avLst>
              <a:gd name="adj" fmla="val 5000"/>
            </a:avLst>
          </a:prstGeom>
          <a:solidFill>
            <a:srgbClr val="F5F1EB"/>
          </a:solidFill>
          <a:ln w="15240">
            <a:solidFill>
              <a:srgbClr val="4A9968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28600" y="2651760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01752" y="305409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your monitoring stack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37413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K8s Priority Classes for monitoring DaemonSets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363016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set CPU and memory limits on containers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3886200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tini or dumb-init as PID 1 everywhere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36392" y="2578608"/>
            <a:ext cx="2770632" cy="1828800"/>
          </a:xfrm>
          <a:prstGeom prst="roundRect">
            <a:avLst>
              <a:gd name="adj" fmla="val 5000"/>
            </a:avLst>
          </a:prstGeom>
          <a:solidFill>
            <a:srgbClr val="F5F1EB"/>
          </a:solidFill>
          <a:ln w="15240">
            <a:solidFill>
              <a:srgbClr val="4A9B8E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36392" y="2651760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209544" y="305409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Node Problem Detector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27832" y="337413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 kernel log events to Prometheus metrics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27832" y="363016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early warning before complete metric silence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27832" y="3886200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custom rules for your kernel patterns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44184" y="2578608"/>
            <a:ext cx="2770632" cy="1828800"/>
          </a:xfrm>
          <a:prstGeom prst="roundRect">
            <a:avLst>
              <a:gd name="adj" fmla="val 5000"/>
            </a:avLst>
          </a:prstGeom>
          <a:solidFill>
            <a:srgbClr val="F5F1EB"/>
          </a:solidFill>
          <a:ln w="15240">
            <a:solidFill>
              <a:srgbClr val="8B6AB5"/>
            </a:solidFill>
            <a:prstDash val="solid"/>
          </a:ln>
          <a:effectLst>
            <a:outerShdw sx="100000" sy="100000" kx="0" ky="0" algn="bl" rotWithShape="0" blurRad="76200" dist="25400" dir="2700000">
              <a:srgbClr val="9E9488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044184" y="2651760"/>
            <a:ext cx="2770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117336" y="3054096"/>
            <a:ext cx="262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 proactively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35624" y="3374136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vmstat/sar snapshots to persistent storage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35624" y="363016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eBPF agents for critical workloads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35624" y="3886200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dmesg + journald: your post-mortem lifeline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2026-04-06T11:19:24Z</dcterms:created>
  <dcterms:modified xsi:type="dcterms:W3CDTF">2026-04-06T11:19:24Z</dcterms:modified>
</cp:coreProperties>
</file>
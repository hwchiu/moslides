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是什麼？解決什麼問題？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21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brew install 所有依賴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套件版本與 Dev 不一致，偶爾出現神秘錯誤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系統內建 Python，幾乎無法升級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「在我這裡可以跑啊！」— 版本地獄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使用 Container 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720840" y="14721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(不可變快照)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任何主機都能執行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秒級啟動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 分鐘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版本控管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可回滾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把「應用 + 所有依賴」打包成一個不可變的 Image — 在哪裡跑都一樣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Container：架構深度對比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分鐘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強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輕量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 → 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啟動時間 VM→Container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大小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強→輕量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隔離程度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核心概念：Image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不可變快照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0" y="1399032"/>
            <a:ext cx="77724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074920" y="124358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執行中的實例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(可多個)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98080" y="1399032"/>
            <a:ext cx="59436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7452360" y="124358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 Docker 指令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Dockerfile 建立 Image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Container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查看執行中的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Container log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 Container 除錯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Compose：多容器應用一鍵啟動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0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92240" y="11704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33288" y="1901952"/>
            <a:ext cx="0" cy="402336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903720" y="2880360"/>
            <a:ext cx="109728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858000" y="2724912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一個指令搞定：docker compose up -d — 開發環境從此告別手動啟動多個服務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Registry：Image 的倉庫與版本管理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程式碼變更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46304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611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188720"/>
            <a:ext cx="7315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策略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避免在 Production 使用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無法回溯，不知道是哪個版本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推薦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明確版本，隨時可回滾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commit 對應一個不可變 Image，CI/CD 常用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時間戳+Hash，可讀性與唯一性兼具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永遠不要在 Prod 用 :latest — 你永遠不知道 latest 到底是哪個版本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化：從維運噩夢到一致部署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0" cy="28529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化之前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SSH 部署腳本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每台主機設定各不同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「只有我知道怎麼重啟」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台 × N 個不同設定 = 維運地獄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Container 化之後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個 Container Image，全部環境一致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9/10  →  5/10  ↓  維運噩夢  →  標準化部署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版本鎖定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隨時可回滾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快速部署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run，秒級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2026-03-16T14:26:20Z</dcterms:created>
  <dcterms:modified xsi:type="dcterms:W3CDTF">2026-03-16T14:26:20Z</dcterms:modified>
</cp:coreProperties>
</file>
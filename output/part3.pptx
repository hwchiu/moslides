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Container? What Problems Does It Solve?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Before Containers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1005840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4241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Dev (Mac)  —  Python 3.9 + brew Postgres 14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12984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brew install all dependencies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810512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184708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Staging (Ubuntu 20.04)  —  Python 3.8 + apt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1031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versions differ from Dev, random mysterious errors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615184"/>
            <a:ext cx="3749040" cy="713232"/>
          </a:xfrm>
          <a:prstGeom prst="roundRect">
            <a:avLst>
              <a:gd name="adj" fmla="val 1025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65176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Prod (CentOS 7)  —  Python 3.6 (!!) + yum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290779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System-bundled Python, nearly impossible to upgrade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42900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45643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"It works on my machine!" — Version Hell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With Containers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960120"/>
            <a:ext cx="1828800" cy="1645920"/>
          </a:xfrm>
          <a:prstGeom prst="roundRect">
            <a:avLst>
              <a:gd name="adj" fmla="val 5556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81381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81381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74336" y="1069848"/>
            <a:ext cx="157276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66560" y="1627632"/>
            <a:ext cx="457200" cy="9144"/>
          </a:xfrm>
          <a:prstGeom prst="line">
            <a:avLst/>
          </a:prstGeom>
          <a:noFill/>
          <a:ln w="19050">
            <a:solidFill>
              <a:srgbClr val="4A9B8E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6720840" y="14538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B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20840" y="14538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315200" y="960120"/>
            <a:ext cx="1417320" cy="1645920"/>
          </a:xfrm>
          <a:prstGeom prst="roundRect">
            <a:avLst>
              <a:gd name="adj" fmla="val 6452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315200" y="1014984"/>
            <a:ext cx="1417320" cy="75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7370064" y="1815998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51776" y="2044598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(Immutable Snapshot)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→ Runs identically on any host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84632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Server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7220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7220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Server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98080" y="292608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98080" y="2926080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VM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006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54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Consistent Env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554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Dev=Staging=Prod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1722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270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Startup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2270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 vs VM Minutes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543800" y="3401568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98664" y="3438144"/>
            <a:ext cx="11155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Version Control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598664" y="3730752"/>
            <a:ext cx="11155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= Rollback-Ready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74320" y="43434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7200" y="43891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 Container packages your app + all dependencies into an immutable Image — runs the same everywhere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vs Container: Architecture Deep Comparison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 Virtual Machine (VM)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67712" y="1005840"/>
            <a:ext cx="1874520" cy="960120"/>
          </a:xfrm>
          <a:prstGeom prst="roundRect">
            <a:avLst>
              <a:gd name="adj" fmla="val 5714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7712" y="1042416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67712" y="13716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67712" y="1627632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Libs / Runtime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67712" y="1993392"/>
            <a:ext cx="1874520" cy="658368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2700">
            <a:solidFill>
              <a:srgbClr val="8A807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67712" y="1993392"/>
            <a:ext cx="1874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Guest OS B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🔲 Hypervisor (VMware/KVM)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0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Boot: Minutes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4592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4592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GB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9718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Isolation: Strong (OS)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754880" y="566928"/>
            <a:ext cx="402336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9525">
            <a:solidFill>
              <a:srgbClr val="4A9B8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92040" y="56692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Container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00600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800600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bundled in Image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48272" y="1005840"/>
            <a:ext cx="1874520" cy="1627632"/>
          </a:xfrm>
          <a:prstGeom prst="roundRect">
            <a:avLst>
              <a:gd name="adj" fmla="val 3371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48272" y="104241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🐳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48272" y="142646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48272" y="1682496"/>
            <a:ext cx="1874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bundled in Image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800600" y="267004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061E18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267004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Runtime (Docker)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0600" y="303580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90888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92040" y="3035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0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🐧 Host OS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3401568"/>
            <a:ext cx="3931920" cy="347472"/>
          </a:xfrm>
          <a:prstGeom prst="roundRect">
            <a:avLst>
              <a:gd name="adj" fmla="val 15789"/>
            </a:avLst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340156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Hardware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0060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Boot: Seconds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MB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452360" y="3794760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0A1929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52360" y="3794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Isolation: Light (Process)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27432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747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→ Sec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34747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Time: VM → Container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224528"/>
            <a:ext cx="2743200" cy="621792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64992" y="4242816"/>
            <a:ext cx="25968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→ MB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3364992" y="4608576"/>
            <a:ext cx="2596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Size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9360" y="422452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82512" y="4242816"/>
            <a:ext cx="24140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→ Light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382512" y="4608576"/>
            <a:ext cx="24140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Level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Core Concepts: Image → Container → Registry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4008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937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937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Dockerfile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49808"/>
            <a:ext cx="20756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python:3.11-slim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requirements.txt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["uvicorn", "main:app"]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97480" y="1399032"/>
            <a:ext cx="822960" cy="9144"/>
          </a:xfrm>
          <a:prstGeom prst="line">
            <a:avLst/>
          </a:prstGeom>
          <a:noFill/>
          <a:ln w="19050">
            <a:solidFill>
              <a:srgbClr val="4A9B8E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2759202" y="1225296"/>
            <a:ext cx="699516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59202" y="1225296"/>
            <a:ext cx="699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1188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1188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6674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4845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Immutable Snapshot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myapp:v1.2.3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120640" y="1399032"/>
            <a:ext cx="77724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5178933" y="1225296"/>
            <a:ext cx="660654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78933" y="1225296"/>
            <a:ext cx="66065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989320" y="713232"/>
            <a:ext cx="1417320" cy="1600200"/>
          </a:xfrm>
          <a:prstGeom prst="roundRect">
            <a:avLst>
              <a:gd name="adj" fmla="val 6452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89320" y="768096"/>
            <a:ext cx="141732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44184" y="1545336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025896" y="1773936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Running Instance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(Multiple OK)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498080" y="1399032"/>
            <a:ext cx="59436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752094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2094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push/pull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8183880" y="713232"/>
            <a:ext cx="822960" cy="1600200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183880" y="768096"/>
            <a:ext cx="822960" cy="7360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238744" y="1545336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20456" y="1773936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Hub/ECR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74320" y="2578608"/>
            <a:ext cx="8595360" cy="320040"/>
          </a:xfrm>
          <a:prstGeom prst="roundRect">
            <a:avLst>
              <a:gd name="adj" fmla="val 17143"/>
            </a:avLst>
          </a:prstGeom>
          <a:solidFill>
            <a:srgbClr val="ECE6DD"/>
          </a:solidFill>
          <a:ln w="9525">
            <a:solidFill>
              <a:srgbClr val="D6CC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257860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Docker Commands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94436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296265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 -t myapp:v1.2.3 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296265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Image from Dockerfile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" y="331012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" y="332841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-p 8080:8080 myapp:v1.2.3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32841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Container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" y="367588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912" y="369417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43600" y="36941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running Containers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" y="404164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405993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&lt;container-id&gt;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43600" y="405993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Container logs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407408"/>
            <a:ext cx="8595360" cy="320040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8912" y="4425696"/>
            <a:ext cx="54864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exec -it &lt;container-id&gt; bash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943600" y="442569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into Container for debugging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Compose: Multi-Container Apps in One Command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4251960"/>
          </a:xfrm>
          <a:prstGeom prst="roundRect">
            <a:avLst>
              <a:gd name="adj" fmla="val 2273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docker-compose.yml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376732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nginx: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nginx:alpine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 ["80:80"]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[backend]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build: ./backend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environment: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DB_URL: postgresql://db/app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depends_on: [db, redis]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postgres:16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pgdata:/var/lib/postgresql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redis: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redis:7-alpine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pgdata: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07408" y="2487168"/>
            <a:ext cx="329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54880" y="658368"/>
            <a:ext cx="4114800" cy="4114800"/>
          </a:xfrm>
          <a:prstGeom prst="roundRect">
            <a:avLst>
              <a:gd name="adj" fmla="val 2222"/>
            </a:avLst>
          </a:prstGeom>
          <a:ln w="12700">
            <a:solidFill>
              <a:srgbClr val="4A9B8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846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B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0383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00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040880" y="91440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40880" y="96926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095744" y="141366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77456" y="164226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834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383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00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040880" y="2331720"/>
            <a:ext cx="1508760" cy="96012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040880" y="2386584"/>
            <a:ext cx="150876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095744" y="2830982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77456" y="3059582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:6379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537960" y="1325880"/>
            <a:ext cx="457200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6492240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733288" y="1901952"/>
            <a:ext cx="9144" cy="402336"/>
          </a:xfrm>
          <a:prstGeom prst="line">
            <a:avLst/>
          </a:prstGeom>
          <a:noFill/>
          <a:ln w="19050">
            <a:solidFill>
              <a:srgbClr val="5A9B6E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903720" y="2880360"/>
            <a:ext cx="109728" cy="9144"/>
          </a:xfrm>
          <a:prstGeom prst="line">
            <a:avLst/>
          </a:prstGeom>
          <a:noFill/>
          <a:ln w="19050">
            <a:solidFill>
              <a:srgbClr val="8B6AB5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6684264" y="27066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B6A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84264" y="27066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A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274320" y="461772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One command does it all: docker compose up -d — No more manually starting multiple services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Registry: Image Repository &amp; Version Management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908880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Changes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08760" y="1188720"/>
            <a:ext cx="73152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63624" y="1014984"/>
            <a:ext cx="621792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63624" y="1014984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331720" y="658368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331720" y="713232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386584" y="1300277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68296" y="1528877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myapp:v1.2.4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0" y="1188720"/>
            <a:ext cx="73152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712464" y="1014984"/>
            <a:ext cx="621792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1014984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80560" y="658368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480560" y="713232"/>
            <a:ext cx="137160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35424" y="1300277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17136" y="1528877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Hub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ECR / GCR / Harbor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43600" y="1188720"/>
            <a:ext cx="73152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998464" y="1014984"/>
            <a:ext cx="621792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8464" y="1014984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pull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766560" y="658368"/>
            <a:ext cx="2103120" cy="123444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766560" y="713232"/>
            <a:ext cx="210312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821424" y="1300277"/>
            <a:ext cx="1993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803136" y="1528877"/>
            <a:ext cx="2029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app-server-01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app-server-03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" y="23317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Strategy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7432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:latest — Avoid in Production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1148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trace back; unknown which version is running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2606040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264261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:v1.2.3 (Semantic Version) — Recommended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892040" y="291693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version, rollback anytime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7432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148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:git-abc1234 (Commit Hash)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1148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commit maps to an immutable Image, common in CI/CD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3547872"/>
            <a:ext cx="4023360" cy="841248"/>
          </a:xfrm>
          <a:prstGeom prst="roundRect">
            <a:avLst>
              <a:gd name="adj" fmla="val 8696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92040" y="35844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:20240315-abc1234 (Date+Hash)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92040" y="38587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+ Hash for readability and uniqueness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74320" y="449884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5445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Never use :latest in Prod — you can never be sure which version 'latest' actually is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Containerization: From Operations Nightmare to Consistent Deployment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0" y="502920"/>
            <a:ext cx="9144" cy="2852928"/>
          </a:xfrm>
          <a:prstGeom prst="line">
            <a:avLst/>
          </a:prstGeom>
          <a:noFill/>
          <a:ln w="9525">
            <a:solidFill>
              <a:srgbClr val="D6CC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Before Containerization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18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069848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865376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65376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CentOS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660904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60904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 10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456432" y="960120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56432" y="960120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RHEL 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74320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069848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3.7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865376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65376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3.8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660904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60904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456432" y="1298448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3EDE0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1298448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74320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1.14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69848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9848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1.16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65376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65376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1.18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660904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456432" y="1636776"/>
            <a:ext cx="758952" cy="256032"/>
          </a:xfrm>
          <a:prstGeom prst="roundRect">
            <a:avLst>
              <a:gd name="adj" fmla="val 17857"/>
            </a:avLst>
          </a:prstGeom>
          <a:solidFill>
            <a:srgbClr val="F8ECEC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56432" y="1636776"/>
            <a:ext cx="7589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2.4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74320" y="196596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" y="196596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 SSH deploy scripts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224028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11480" y="224028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host configured differently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74320" y="2514600"/>
            <a:ext cx="4023360" cy="237744"/>
          </a:xfrm>
          <a:prstGeom prst="roundRect">
            <a:avLst>
              <a:gd name="adj" fmla="val 19231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1480" y="2514600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"Only I know how to restart it"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2971800"/>
            <a:ext cx="4023360" cy="365760"/>
          </a:xfrm>
          <a:prstGeom prst="roundRect">
            <a:avLst>
              <a:gd name="adj" fmla="val 15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29718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15+ hosts × N different configs = Operations Hell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After Containerization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00600" y="868680"/>
            <a:ext cx="3977640" cy="2194560"/>
          </a:xfrm>
          <a:prstGeom prst="roundRect">
            <a:avLst>
              <a:gd name="adj" fmla="val 4167"/>
            </a:avLst>
          </a:prstGeom>
          <a:ln w="12700">
            <a:solidFill>
              <a:srgbClr val="4A9B8E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4892040" y="7223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B8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10328" y="7223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ON ALL HOSTS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98348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98348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503834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nginx:1.25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02005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858000" y="1024128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858000" y="1078992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912864" y="1461577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backend:v2.1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6894576" y="1690177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98348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F5F1EB"/>
          </a:solidFill>
          <a:ln w="19050">
            <a:solidFill>
              <a:srgbClr val="C4804A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98348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503834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postgres:16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02005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858000" y="1993392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6858000" y="2048256"/>
            <a:ext cx="1737360" cy="386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69" name="Text 67"/>
          <p:cNvSpPr/>
          <p:nvPr/>
        </p:nvSpPr>
        <p:spPr>
          <a:xfrm>
            <a:off x="6912864" y="2430841"/>
            <a:ext cx="16276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redis:7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6894576" y="2659441"/>
            <a:ext cx="16642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754880" y="297180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4 Container Images, identical across all environments — Dev = Staging = Prod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74320" y="3401568"/>
            <a:ext cx="8595360" cy="566928"/>
          </a:xfrm>
          <a:prstGeom prst="roundRect">
            <a:avLst>
              <a:gd name="adj" fmla="val 12903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74320" y="3401568"/>
            <a:ext cx="8595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9/10  →  5/10  ↓  Operations Nightmare  →  Standardized Deployment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2743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57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Consistent Env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3657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= Staging = Prod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2461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3375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Version Locked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33375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tag = instant rollback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217920" y="4114800"/>
            <a:ext cx="2697480" cy="685800"/>
          </a:xfrm>
          <a:prstGeom prst="roundRect">
            <a:avLst>
              <a:gd name="adj" fmla="val 10667"/>
            </a:avLst>
          </a:prstGeom>
          <a:solidFill>
            <a:srgbClr val="F5F1EB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09360" y="415137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Rapid Deployment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309360" y="443484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pull + run in seconds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2026-04-03T16:24:51Z</dcterms:created>
  <dcterms:modified xsi:type="dcterms:W3CDTF">2026-04-03T16:24:51Z</dcterms:modified>
</cp:coreProperties>
</file>
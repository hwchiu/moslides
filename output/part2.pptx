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Balancer: Core Traffic Distribution Component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9144"/>
          </a:xfrm>
          <a:prstGeom prst="line">
            <a:avLst/>
          </a:prstGeom>
          <a:noFill/>
          <a:ln w="19050">
            <a:solidFill>
              <a:srgbClr val="90888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9144"/>
          </a:xfrm>
          <a:prstGeom prst="line">
            <a:avLst/>
          </a:prstGeom>
          <a:noFill/>
          <a:ln w="19050">
            <a:solidFill>
              <a:srgbClr val="90888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9144"/>
          </a:xfrm>
          <a:prstGeom prst="line">
            <a:avLst/>
          </a:prstGeom>
          <a:noFill/>
          <a:ln w="19050">
            <a:solidFill>
              <a:srgbClr val="908880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Traffic Distribution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single-node overload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server fails, LB auto-excludes it — no service interruption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Stickiness Issue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may be routed to different servers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Itself Needs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failure → entire service goes down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Pitfalls: Session State Issues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Stickiness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Session not found → Logged out!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9144" cy="4480560"/>
          </a:xfrm>
          <a:prstGeom prst="line">
            <a:avLst/>
          </a:prstGeom>
          <a:noFill/>
          <a:ln w="6350">
            <a:solidFill>
              <a:srgbClr val="D6CC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Three Solutions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 (Stateless)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stored on client, server is stateless | Recommended for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Centralized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stored centrally in Redis, shared by all servers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 (Not Recommended ⚠️)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binds to fixed IP | Loses scale out flexibility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Modern architectures prefer the JWT + Redis combo — making servers truly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Scaling: Read Replica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2385212" y="1051560"/>
            <a:ext cx="606247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85212" y="1051560"/>
            <a:ext cx="60624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331720" y="1956816"/>
            <a:ext cx="713232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385212" y="1783080"/>
            <a:ext cx="606247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85212" y="1783080"/>
            <a:ext cx="60624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1554480"/>
            <a:ext cx="22860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800600" y="1097280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4800600" y="1645920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4800600" y="2194560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replication — may have slight delay (Replication Lag)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Performance Boost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operations are reads — offloaded to replicas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Focuses on Writes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performance unaffected by reads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data may lag behind primary by milliseconds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Solve Write Bottleneck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writes remain a primary-only problem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Caching Strategy: Outside to Inside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1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assets (JS/CSS/images)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days/weeks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no backend contact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Cache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caching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seconds/minutes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storage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Cache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data (config/constants)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seconds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shared across servers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special handling for scale out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Cache invalidation is one of the hardest problems in distributed systems — design your TTL strategy carefully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Queues: Async Decoupling Tool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Synchronous Call Chain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188720" y="127101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12710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06040" y="1444752"/>
            <a:ext cx="36576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2514600" y="127101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14600" y="12710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slow step → everything waits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failed step → entire request fails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Total latency = sum of all steps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5A9B6E"/>
          </a:solidFill>
          <a:ln w="6350">
            <a:solidFill>
              <a:srgbClr val="FFFD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B8892C"/>
          </a:solidFill>
          <a:ln w="6350">
            <a:solidFill>
              <a:srgbClr val="FFFD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C4605B"/>
          </a:solidFill>
          <a:ln w="6350">
            <a:solidFill>
              <a:srgbClr val="FFFD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Message Queue (Async)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72200" y="1325880"/>
            <a:ext cx="5486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17220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001000" y="1115568"/>
            <a:ext cx="1828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001000" y="1572768"/>
            <a:ext cx="1828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01000" y="2029968"/>
            <a:ext cx="1828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Order→Notify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email sending  ·  Users don't wait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Peak Shaving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traffic spikes  ·  Queue absorbs the load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Service Decoupling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scale independently  ·  No mutual impact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Distributed Architecture: What You Now Need to Operate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5B8DB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B8D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You Operate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Machines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Each machine configured differently, environments drift — deployment via manual SSH, every release is a gamble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Inconsistency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Drift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Painful Updates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Nightmare: Operations Complexity Explosion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Inconsistency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"It works on my machine!"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Updates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SSH into 15 machines one by one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Mid-update failure → version mismatch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maintenance downtime window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deployment is nerve-wracking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Management Chaos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 passwords hardcoded in source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machine's config subtly differs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version control for configs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hires need a week to understand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Gap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dev vs 15 prod machines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Passes locally → blows up in prod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"It works on my machine"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Debugging difficulty ×10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Summary: Problems Accumulate, Need New Thinking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Solved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Incurred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distribution, HA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stickiness issue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achieved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itself needs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performance boost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perf improvement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invalidation complexity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decoupling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 consistency issues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Distributed Arch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scalable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15+ machines!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This can't go on! 15 machines each configured independently — deployment via manual SSH, version drift is the norm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Preview: How container technology simplifies all of this — unified packaging, consistent environments, instant deployment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2026-04-03T16:24:51Z</dcterms:created>
  <dcterms:modified xsi:type="dcterms:W3CDTF">2026-04-03T16:24:51Z</dcterms:modified>
</cp:coreProperties>
</file>
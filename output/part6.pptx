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可觀測性三本柱：Metrics、Logs、Traces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數字型時序資料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記憶體, 請求數/秒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Prometheus + Grafana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告警規則：CPU &gt; 80% → 通知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「What 出了問題」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月 ~ 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文字事件流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JSON 格式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ELK Stack, Loki, CloudWatch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→ 集中收集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「Why 出了問題」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週 ~ 月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分散式請求鏈路追蹤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 貫穿所有服務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Jaeger, Zipkin, Tempo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「Where 出了問題」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天 ~ 週 (成本高)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三本柱缺一不可：Metrics 告訴你有問題，Logs 告訴你原因，Traces 告訴你在哪個服務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 / SLO / SLA：可靠性的三個層次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SLI — Service Level Indicator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實際量測的服務指標值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一個數字，代表服務現在的表現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可用性: 99.95%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延遲: 245ms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錯誤率: 0.03%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吞吐量: 1200 req/s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SLO — Service Level Objective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461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你設定的目標數字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375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 SLI 的目標值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 SLO: ≥ 99.9%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461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 SLO: ≤ 500ms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 SLO: ≤ 0.1%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461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Budget: 0.1% = 43min/月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SLA — Service Level Agreement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179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對外承諾的法律協議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093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違反 → 賠償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EC2: 99.99% 可用性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賠償: Service Credit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179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&lt; SLA (保留緩衝)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179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「SLO 是內部目標，SLA 是外部承諾」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063240" y="1325880"/>
            <a:ext cx="16459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30723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by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6035040" y="1325880"/>
            <a:ext cx="16459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8" name="Text 46"/>
          <p:cNvSpPr/>
          <p:nvPr/>
        </p:nvSpPr>
        <p:spPr>
          <a:xfrm>
            <a:off x="60441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要比 SLA 嚴格 10x — SLA 是 99.9%，你的 SLO 應該是 99.99%，中間是 Error Budget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Budget：把停機時間變成決策工具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= 1 - SLO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= 99.9%  →  Error Budget = 0.1% = 43.8 分鐘/月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71907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Budget 充足 → 可以快速部署新功能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35915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35915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Budget 耗盡 → 停止功能部署，專注穩定性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1272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Policy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4198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&gt; 50%：正常部署，可做風險部署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6667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25-50%：謹慎部署，加強測試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91363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&lt; 25%：凍結功能部署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年 Monthly Error Budget 消耗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987552"/>
            <a:ext cx="4069080" cy="0"/>
          </a:xfrm>
          <a:prstGeom prst="line">
            <a:avLst/>
          </a:prstGeom>
          <a:noFill/>
          <a:ln w="12700">
            <a:solidFill>
              <a:srgbClr val="F85149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7132320" y="8412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(100%)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237744" cy="5029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718304" y="26974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5084064" y="3040380"/>
            <a:ext cx="237744" cy="34290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8406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047488" y="28575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5413248" y="3200400"/>
            <a:ext cx="237744" cy="182880"/>
          </a:xfrm>
          <a:prstGeom prst="roundRect">
            <a:avLst>
              <a:gd name="adj" fmla="val 15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1324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76672" y="30175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742432" y="2354580"/>
            <a:ext cx="237744" cy="102870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4243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705856" y="2171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6071616" y="1965960"/>
            <a:ext cx="237744" cy="14173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7161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1783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400800" y="2971800"/>
            <a:ext cx="237744" cy="41148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64224" y="27889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6729984" y="3154680"/>
            <a:ext cx="237744" cy="228600"/>
          </a:xfrm>
          <a:prstGeom prst="roundRect">
            <a:avLst>
              <a:gd name="adj" fmla="val 12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998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693408" y="29718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7059168" y="3268980"/>
            <a:ext cx="237744" cy="114300"/>
          </a:xfrm>
          <a:prstGeom prst="roundRect">
            <a:avLst>
              <a:gd name="adj" fmla="val 24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5916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022592" y="30861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7388352" y="2514600"/>
            <a:ext cx="237744" cy="8686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8835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351776" y="23317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7717536" y="1211580"/>
            <a:ext cx="237744" cy="217170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753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680960" y="1028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8046720" y="2743200"/>
            <a:ext cx="237744" cy="6400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4672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010144" y="25603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8375904" y="3108960"/>
            <a:ext cx="237744" cy="27432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7590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339328" y="2926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274320" y="3520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356616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10月份 Error Budget 耗盡！→ 立即凍結功能部署，SRE 介入穩定性改善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7132320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32320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凍結部署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626096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26096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行動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8119872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19872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Error Budget 讓 Dev 和 Ops 有共同語言 — 不是「穩定 vs 速度」，而是「剩多少 budget 可以花」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監控實戰：Prometheus + Grafana 組合拳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583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65836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63040" y="7955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2070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2070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12070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63040" y="13441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" y="175564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75564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175564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463040" y="189280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03120" y="1371600"/>
            <a:ext cx="45720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2084832" y="111556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65176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65176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70662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68833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時序資料庫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15s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1344168"/>
            <a:ext cx="41148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66344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1830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0001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視覺化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51760" y="233172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97480" y="2331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44368" y="233172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3280" y="2057400"/>
            <a:ext cx="0" cy="256032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206240" y="2743200"/>
            <a:ext cx="45720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4187952" y="25146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800600" y="237744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3774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📱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93208" y="237744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09360" y="594360"/>
            <a:ext cx="256032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190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37376" y="704088"/>
            <a:ext cx="23042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rate(http_requests_total{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status=~'5..'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}[5m]) /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P99 延遲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rate(http_duration_bucket[5m])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CPU 告警規則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container_cpu_usage &gt; 0.8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7432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Critical: 錯誤率 &gt; 1%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10896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1868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Warning: P99 &gt; 500ms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Info: 部署完成通知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3520440"/>
            <a:ext cx="8595360" cy="932688"/>
          </a:xfrm>
          <a:prstGeom prst="roundRect">
            <a:avLst>
              <a:gd name="adj" fmla="val 980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3741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33741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 rule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2336" y="3630168"/>
            <a:ext cx="8339328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expr: rate(http_requests_total{status=~'5..'}[5m]) / rate(http_requests_total[5m]) &gt; 0.01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for: 2m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 { severity: critical 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 { summary: 'Error rate {{ $value | humanizePercentage }}' }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分散式追蹤：找出效能瓶頸在哪裡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50976" y="1033272"/>
            <a:ext cx="274320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0" name="Text 8"/>
          <p:cNvSpPr/>
          <p:nvPr/>
        </p:nvSpPr>
        <p:spPr>
          <a:xfrm>
            <a:off x="90525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/checkout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28016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7276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48256" y="1033272"/>
            <a:ext cx="274320" cy="0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200253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37744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2316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97480" y="1298448"/>
            <a:ext cx="0" cy="292608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92024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6596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1284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3580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56616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5876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480560" y="713232"/>
            <a:ext cx="4480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7132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ID: abc-123-xyz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43800" y="713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貫穿整個請求鏈路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1234440"/>
            <a:ext cx="3383280" cy="137160"/>
          </a:xfrm>
          <a:prstGeom prst="roundRect">
            <a:avLst>
              <a:gd name="adj" fmla="val 20000"/>
            </a:avLst>
          </a:prstGeom>
          <a:solidFill>
            <a:srgbClr val="1A2A40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123444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417320"/>
            <a:ext cx="3108960" cy="137160"/>
          </a:xfrm>
          <a:prstGeom prst="roundRect">
            <a:avLst>
              <a:gd name="adj" fmla="val 20000"/>
            </a:avLst>
          </a:prstGeom>
          <a:solidFill>
            <a:srgbClr val="1A2A1A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141732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1600200"/>
            <a:ext cx="2560320" cy="1371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160020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query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0" y="1783080"/>
            <a:ext cx="365760" cy="137160"/>
          </a:xfrm>
          <a:prstGeom prst="roundRect">
            <a:avLst>
              <a:gd name="adj" fmla="val 20000"/>
            </a:avLst>
          </a:prstGeom>
          <a:solidFill>
            <a:srgbClr val="1A1A2A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178308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321040" y="1965960"/>
            <a:ext cx="457200" cy="137160"/>
          </a:xfrm>
          <a:prstGeom prst="roundRect">
            <a:avLst>
              <a:gd name="adj" fmla="val 20000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80560" y="196596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Email(async)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158191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DB query: 245ms — 瓶頸！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2176272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65760" y="202996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202996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(OpenTelemetry)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2336" y="2286000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@app.get('/checkout')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checkout(user_id: str):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tracer.start_as_current_span('checkout') as span: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span.set_attribute('user.id', user_id)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 tracer.start_as_current_span('db.query'):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 = await db.fetch_cart(user_id)  # 自動記錄時間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result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沒有 Tracing 的分散式系統，除錯就像蒙眼猜謎 — OpenTelemetry 是現代標準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SRE：把維運當成軟體工程問題來解決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的核心工作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144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消除 Toil — 把重複手動工作自動化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SLI/SLO/Error Budget 管理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48256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Incident Response 與 On-Call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15184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Postmortem 文化 — Blameless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318211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18211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打造更可靠的系統架構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402336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930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 預算: &lt; 50% 工作時間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37764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 50% → SRE 幫你自動化，直到降到 50% 以下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94360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79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8952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960120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主要目標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穩定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3796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速度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8952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可靠性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1435608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1435608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SSH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3796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8952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全自動化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1911096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911096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故障處理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修完拉倒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3796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8952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 必須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386584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2386584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衡量方式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有沒有當機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3796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58952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SLO/Error Budget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的 SRE 手冊：「SRE 是把軟體工程師扔進維運問題 — 他們的反應是把一切自動化」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Postmortem：從故障中學習，而不是追責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Blameless Postmortem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不找兇手，找根本原因 (Root Cause)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704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描述事實，不指責個人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700784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700784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5-Why 根本原因分析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23113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系統性改善，而非懲罰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761488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761488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公開分享學習成果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3101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101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禁止: 「都是 XXX 的錯」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59436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Postmortem Template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91456" y="704088"/>
            <a:ext cx="395020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Incident Summary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Date: 2024-03-15 14:32 UTC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Duration: 47 minutes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Impact: 全球 23% 用戶無法登入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Severity: SEV-1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Timeline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- 14:32 Alert triggered: Error rate &gt; 5%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- 14:38 SRE on-call paged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- 14:45 Root cause identified: DB migration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- 15:19 Rollback completed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Root Cause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migration script 鎖住了 users table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導致所有登入請求 timeout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Action Items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加入 DB migration smoke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Migration 改在 Maintenance window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改善 Rollback SOP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課程總結：你現在已經了解真實世界的部署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SUMMARY  ·  50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2860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175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175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單機→拆分→三層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664208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37360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LB+Cache+MQ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99816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72968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72968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172968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72968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一致環境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35424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08576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608576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08576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設計原則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71032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44184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044184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44184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0664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7979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7979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7979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7979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581912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3017520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4453128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5888736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7324344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274320" y="2286000"/>
            <a:ext cx="8595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2331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核心洞察：複雜度是必然的 — 但可以被管理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274320" y="27157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+ 12-Factor + CI/CD + Observability = 現代 Cloud Native 工程師的工具箱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架構是演進的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8404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從單機到分散式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每一步都有原因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不要過度設計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5468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6440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是基石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26440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環境一致 + 版本管理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現代部署的最小單位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學會用好 Docker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3504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476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數字說話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4476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SLO/SLA/DORA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用指標驅動改善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不靠感覺做決策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2026-03-16T14:26:20Z</dcterms:created>
  <dcterms:modified xsi:type="dcterms:W3CDTF">2026-03-16T14:26:20Z</dcterms:modified>
</cp:coreProperties>
</file>
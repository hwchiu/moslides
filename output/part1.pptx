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274320" cy="2743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217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COURSE  · 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系統部署實務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從單體部署到 Cloud Native 的完整演進之路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碩士課程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00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小時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74320"/>
            <a:ext cx="0" cy="448056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單機 → 三層架構 → 分散式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低複雜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高複雜 🔺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複雜↓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工程最佳實踐 · CI/CD · 可觀測性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工程紀律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58A6FF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課程大綱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完整演進之路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 → 三層架構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擴展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應用設計原則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整合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部署策略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閉環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起點：最簡單的部署架構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03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11430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43584"/>
            <a:ext cx="11430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" y="1687982"/>
            <a:ext cx="10332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2336" y="1916582"/>
            <a:ext cx="10698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572768" y="1709928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1527048" y="15544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822960"/>
            <a:ext cx="6400800" cy="2103120"/>
          </a:xfrm>
          <a:prstGeom prst="roundRect">
            <a:avLst>
              <a:gd name="adj" fmla="val 434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86000" y="6766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04288" y="6766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68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23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05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78808" y="1783080"/>
            <a:ext cx="51206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133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09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783080"/>
            <a:ext cx="51206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419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105156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1106424"/>
            <a:ext cx="137160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95744" y="1812341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77456" y="2040941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194560" y="265176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同一台機器共享：CPU / RAM / Disk / Network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部署超簡單，一台搞定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幾分鐘內可完成部署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≈ Prod，除錯方便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log 在同一處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單點故障 (SPOF)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任一進程掛掉，整個服務停止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無法水平擴展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流量增加只能換更大的機器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HTTP Request 的完整旅程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瀏覽器輸入 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5798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3969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解析 IP 位址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9534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7705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57784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7784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63270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1441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7006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5177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44168" y="1463040"/>
            <a:ext cx="694944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129844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1463040"/>
            <a:ext cx="69494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03580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:80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18888" y="1463040"/>
            <a:ext cx="694944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477316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56248" y="1463040"/>
            <a:ext cx="69494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651052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606040"/>
            <a:ext cx="6035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1828800" y="24505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HTTP Response (JSON)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292608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035808"/>
            <a:ext cx="672998" cy="201168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55264"/>
            <a:ext cx="672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38758" y="3035808"/>
            <a:ext cx="1009498" cy="2011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8758" y="3255264"/>
            <a:ext cx="10094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~20ms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48256" y="3035808"/>
            <a:ext cx="1261872" cy="20116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3255264"/>
            <a:ext cx="1261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~40ms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310128" y="3035808"/>
            <a:ext cx="210312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3255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~80ms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13248" y="3035808"/>
            <a:ext cx="3364992" cy="2011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3255264"/>
            <a:ext cx="3364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— 通常是瓶頸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~200ms+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74320" y="35478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在單機架構中，所有步驟共用同一組資源 — 任何一步過載，全部都跟著慢下來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第一步擴展：分離資料庫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05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868680" y="167335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82296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709160" y="16733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E36209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E362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専用機器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資料獨立備份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機器可獨立 snapshot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可重啟不影響資料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分離職責，故障範圍縮小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網路延遲增加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同主機 IPC → 跨機器 TCP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仍然是單點故障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或 DB 任一掛掉，服務中斷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三層架構：前端 + 後端 + 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1389888" y="130759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38728" y="1508760"/>
            <a:ext cx="45720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349300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87568" y="1508760"/>
            <a:ext cx="4572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64184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/ 反向代理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業務邏輯 / API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資料持久化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職責分離，各自獨立擴展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前後端可以分別 Scale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技術棧靈活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各層可選用最適合的技術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部署順序問題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Frontend，順序錯誤就失敗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 repo 的版本必須匹配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三層架構的真實挑戰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部署順序地雷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必須先啟動 DB，再啟動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再啟動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順序錯一個 → 服務全掛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前端 v2.1 依賴後端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後端 v3 依賴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任一版本不對齊 → 整個掛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環境差異問題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開發: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正式: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前提條件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儲存在本機 → 無法多機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本機快取 → 各機器資料不同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本機寫檔 → 資料只在一台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如何找出系統瓶頸？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找瓶頸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飽和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請求越來越慢 | 工具: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記憶體不足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OOM kills | 工具: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磁碟 I/O 瓶頸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DB 查詢慢 | 工具: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網路頻寬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大檔案傳輸慢 | 工具: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慢查詢 (最常見)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API P99 高 | 工具: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先量測再優化 — 沒有量測數據就動手，等於猜測。Profile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何時需要開始思考 Scale？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 5 分鐘以上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不是偶發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尾端延遲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使用者已感受到卡頓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錯誤率超過閾值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或 timeout 增加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常見錯誤：過早 Scale — 先從程式優化開始 (索引、快取、查詢)，不要一有問題就加機器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先做這些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加索引 (最快、最便宜)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引入 Redis 快取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優化 N+1 查詢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靜態資源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再考慮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確認瓶頸真的是機器不足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應用必須先設計成 Stateless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Out：兩種擴展策略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Up（垂直擴展）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F85149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不需改程式碼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直接升級機器規格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費用指數成長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高階機器貴、且仍是單點故障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物理上限存在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停機才能升級，有天花板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Out（水平擴展）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線性成本增長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用小機器組成艦隊，彈性高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無停機擴容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動態加減節點，應對流量高峰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前提：應用必須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Session、本機快取、本機寫檔 → 都要重新設計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設計：Scale Out 的先決條件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無法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298448"/>
            <a:ext cx="246888" cy="-13716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找不到 Session → 被登出！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存在本機記憶體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必須用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一台掛掉，使用者全部登出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可自由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353312"/>
            <a:ext cx="201168" cy="-14630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0" cy="1188720"/>
          </a:xfrm>
          <a:prstGeom prst="line">
            <a:avLst/>
          </a:prstGeom>
          <a:noFill/>
          <a:ln w="12700">
            <a:solidFill>
              <a:srgbClr val="6E40C9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集中存入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 Server 都能處理任意請求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可自由分配，Server 可隨時加減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其他需注意：本機快取、本機寫檔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任何「狀態」都要外部化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小結：架構演進路線圖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單機部署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設定簡單，快速啟動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單點故障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不可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分離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資料與應用分開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獨立備份與優化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仍舊 2 個 SPOF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職責分離清楚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技術棧彈性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版本相依複雜化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準備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必須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準備好了嗎？→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Scale Out 的挑戰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2026-03-16T15:22:55Z</dcterms:created>
  <dcterms:modified xsi:type="dcterms:W3CDTF">2026-03-16T15:22:55Z</dcterms:modified>
</cp:coreProperties>
</file>
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05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Deployment in Practice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evolution from monolithic deployment to Cloud Native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0" y="274320"/>
            <a:ext cx="9144" cy="448056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440" y="59436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00600" y="914400"/>
            <a:ext cx="219456" cy="219456"/>
          </a:xfrm>
          <a:prstGeom prst="ellipse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914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93208" y="685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Deployment Evolution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93208" y="97840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Single Server → Three-Tier → Distributed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955280" y="90525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90525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Complexity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155448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1874520"/>
            <a:ext cx="219456" cy="219456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8745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93208" y="1645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Challenges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93208" y="19385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 / Session / DB Replica / Cache / MQ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955280" y="186537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0" y="186537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Complexity 🔺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251460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2834640"/>
            <a:ext cx="219456" cy="219456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28346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93208" y="26060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Revolution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93208" y="28986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· Compose · Registry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955280" y="282549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4A9B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55280" y="282549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Complexity↓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347472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0600" y="3794760"/>
            <a:ext cx="219456" cy="219456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93208" y="35661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+ DevOps + SRE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93208" y="385876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Engineering Best Practices · CI/CD · Observability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955280" y="378561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55280" y="378561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Discipline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1828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4A7FB5">
                    <a:alpha val="2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914400" y="2560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Outline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The Complete Evolution Path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61872"/>
            <a:ext cx="91440" cy="530352"/>
          </a:xfrm>
          <a:prstGeom prst="rect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219456" cy="219456"/>
          </a:xfrm>
          <a:prstGeom prst="ellipse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4173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3167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5179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Deployment Evolution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0" y="1417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Server → Three-Tier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85623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1856232"/>
            <a:ext cx="91440" cy="530352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011680"/>
            <a:ext cx="219456" cy="219456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01168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14400" y="191109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211226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Challenges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0" y="2011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/ Session / DB Scaling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45059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450592"/>
            <a:ext cx="91440" cy="530352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606040"/>
            <a:ext cx="219456" cy="219456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26060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25054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270662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Revolution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0" y="2606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 / Registry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04495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044952"/>
            <a:ext cx="91440" cy="530352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200400"/>
            <a:ext cx="219456" cy="219456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200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4400" y="309981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4400" y="330098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69280" y="32004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App Design Principles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363931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639312"/>
            <a:ext cx="91440" cy="530352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794760"/>
            <a:ext cx="219456" cy="219456"/>
          </a:xfrm>
          <a:prstGeom prst="ellipse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389534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Integration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0" y="3794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GitOps · Deployment Strategies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42336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4233672"/>
            <a:ext cx="91440" cy="530352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" y="4389120"/>
            <a:ext cx="219456" cy="219456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6928" y="43891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14400" y="42885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14400" y="44897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Closed Loop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6928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· SRE · Post-mortem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Point: The Simplest Deployment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1/10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96012" cy="822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HOST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82880" y="960120"/>
            <a:ext cx="118872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82880" y="1014984"/>
            <a:ext cx="118872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37744" y="1530706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9456" y="1759306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435608" y="1554480"/>
            <a:ext cx="45720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1389888" y="13807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89888" y="13807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HTTP/80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965960" y="685800"/>
            <a:ext cx="6995160" cy="2377440"/>
          </a:xfrm>
          <a:prstGeom prst="roundRect">
            <a:avLst>
              <a:gd name="adj" fmla="val 3846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05740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7568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ubuntu-01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194560" y="896112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194560" y="950976"/>
            <a:ext cx="182880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249424" y="1751990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231136" y="198059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087368" y="1737360"/>
            <a:ext cx="512064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069080" y="15636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69080" y="15636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663440" y="896112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950976"/>
            <a:ext cx="182880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718304" y="1751990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00016" y="198059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556248" y="1737360"/>
            <a:ext cx="512064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6537960" y="15636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15636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32320" y="896112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132320" y="950976"/>
            <a:ext cx="164592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187184" y="175199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168896" y="1980590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965960" y="2788920"/>
            <a:ext cx="6995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sharing a single machine: CPU / RAM / Disk / Network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3017520"/>
            <a:ext cx="4572000" cy="20116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0" y="3017520"/>
            <a:ext cx="4572000" cy="20116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" y="31089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754880" y="31089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64592" y="34655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341985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simple deployment — one machine handles frontend, backend, and database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64592" y="3858768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84048" y="3813048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colocated, making debugging and tuning easy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64592" y="4251960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4048" y="420624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for a one-person team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64592" y="46451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4599432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machine specs when performance is insufficient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736592" y="34655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56048" y="341985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Failure (SPOF)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736592" y="3858768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56048" y="3813048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component failure takes down the entire service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736592" y="4251960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56048" y="420624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component can be scaled independently to handle traffic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Journey of an HTTP Request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5029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traceroute  https://api.example.com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288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774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0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 enters URL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92024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92024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97510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95681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Resolves IP address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71246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9417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:443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TLS + routing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39496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9496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4982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3153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logic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13232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3232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18718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6889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persistent store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435608" y="1261872"/>
            <a:ext cx="420624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1371600" y="10881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0" y="1088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Query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72968" y="1261872"/>
            <a:ext cx="420624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3108960" y="10881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08960" y="1088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:443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910328" y="1261872"/>
            <a:ext cx="420624" cy="9144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4846320" y="10881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1088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 pass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556248" y="1261872"/>
            <a:ext cx="512064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6537960" y="10881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1088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371600" y="2331720"/>
            <a:ext cx="612648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dash"/>
            <a:headEnd type="arrow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3520440" y="2103120"/>
            <a:ext cx="182880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20440" y="21031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200 OK (JSON)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82880" y="2606040"/>
            <a:ext cx="8778240" cy="658368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26243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latency_breakdown = {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20040" y="2834640"/>
            <a:ext cx="643738" cy="146304"/>
          </a:xfrm>
          <a:prstGeom prst="roundRect">
            <a:avLst>
              <a:gd name="adj" fmla="val 18750"/>
            </a:avLst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" y="2990088"/>
            <a:ext cx="68031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~5ms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000354" y="2834640"/>
            <a:ext cx="983894" cy="146304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00354" y="2990088"/>
            <a:ext cx="102047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~20ms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2020824" y="2834640"/>
            <a:ext cx="1239012" cy="146304"/>
          </a:xfrm>
          <a:prstGeom prst="roundRect">
            <a:avLst>
              <a:gd name="adj" fmla="val 18750"/>
            </a:avLst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020824" y="2990088"/>
            <a:ext cx="12755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~40ms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3296412" y="2834640"/>
            <a:ext cx="2089404" cy="146304"/>
          </a:xfrm>
          <a:prstGeom prst="roundRect">
            <a:avLst>
              <a:gd name="adj" fmla="val 18750"/>
            </a:avLst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96412" y="2990088"/>
            <a:ext cx="21259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~80ms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5422392" y="2834640"/>
            <a:ext cx="3364992" cy="146304"/>
          </a:xfrm>
          <a:prstGeom prst="roundRect">
            <a:avLst>
              <a:gd name="adj" fmla="val 18750"/>
            </a:avLst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22392" y="2990088"/>
            <a:ext cx="34015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+ Network ~200ms+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74320" y="3401568"/>
            <a:ext cx="859536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4198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 a monolithic architecture, all layers share resources.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40080" y="3621024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slow layer blocks the entire request chain — hotspots: N+1 queries, unindexed lookups, blocking I/O.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182880" y="397764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82880" y="3977640"/>
            <a:ext cx="2834640" cy="3657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92608" y="4069080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Resolution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92608" y="4325112"/>
            <a:ext cx="26151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~5ms avg; reduced by OS / browser caching.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controls how long cached records live.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154680" y="397764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54680" y="3977640"/>
            <a:ext cx="2834640" cy="36576"/>
          </a:xfrm>
          <a:prstGeom prst="rect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264408" y="4069080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Processing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264408" y="4325112"/>
            <a:ext cx="26151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and external I/O are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throughput hotspots.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126480" y="397764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126480" y="3977640"/>
            <a:ext cx="2834640" cy="36576"/>
          </a:xfrm>
          <a:prstGeom prst="rect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236208" y="4069080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Query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236208" y="4325112"/>
            <a:ext cx="26151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and query patterns set tail latency.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EXPLAIN ANALYZE to find slow queries.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Expansion: Separate Database Server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7160" y="137160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7160" y="1426464"/>
            <a:ext cx="731520" cy="3364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2024" y="1751990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73736" y="198059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0292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891540" y="165506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1540" y="165506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6304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55448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7276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app-server-01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82880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82880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8366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86537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+ Backend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+ FastAPI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54880" y="1828800"/>
            <a:ext cx="82296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816602" y="1655064"/>
            <a:ext cx="699516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6602" y="1655064"/>
            <a:ext cx="699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:5432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66928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C4804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76072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C480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7900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db-server-01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03504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08990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07161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 :5432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Dedicated Machine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Data Backup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machine can be snapshotted independently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restarts without data loss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responsibilities, reduced failure scope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network latency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Same-host IPC → cross-machine TCP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 Single Point of Failure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App or DB going down causes service outage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Architecture: Frontend + Backend + Database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1097280" cy="128016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740664"/>
            <a:ext cx="10972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" y="1351483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35608" y="1463040"/>
            <a:ext cx="420624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371600" y="128930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128930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HTTP/443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92024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92024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97510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5681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server-01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538728" y="1508760"/>
            <a:ext cx="457200" cy="9144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493008" y="13350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13350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06908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06908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12394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0565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687568" y="1508760"/>
            <a:ext cx="45720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5641848" y="13350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41848" y="13350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21792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21792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27278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25449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server-03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92024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Assets / Reverse Proxy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06908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/ API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1792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Persistence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concerns, independent scaling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and backend can scale separately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tech stack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tier can use its most suitable technology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order issues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→ Backend → Frontend; wrong order = failure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dependency hell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across three repos must match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Challenges of Three-Tier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💣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Order Landmines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Must start DB first, then Backend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Then start Frontend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Wrong order → entire service goes 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9204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Dependency Hell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Frontend v2.1 depends on Backend API v3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Backend v3 depends on DB Schema v5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Any version mismatch → everything breaks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1148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Inconsistency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Dev: Mac OS + brew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Prod: Ubuntu 20.04 + apt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"It works on my machine!"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⛔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89204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Prerequisites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9204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 stored locally → can't go multi-node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cache → data differs per machine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file writes → data on one machine only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Identify System Bottlenecks?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🔍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74320" y="26060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Bottlenecks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566160" y="68580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685800"/>
            <a:ext cx="73152" cy="658368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77724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60520" y="74066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Saturation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60520" y="99669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requests slowing down | Tools: top, htop, Prometheus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46304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1463040"/>
            <a:ext cx="73152" cy="658368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55448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160520" y="151790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Exhaustion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60520" y="177393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OOM kills | Tools: free -m, memory_usage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224028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2240280"/>
            <a:ext cx="73152" cy="658368"/>
          </a:xfrm>
          <a:prstGeom prst="rect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233172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💿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160520" y="229514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I/O Bottleneck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60520" y="255117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slow DB queries | Tools: iostat, pg_stat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301752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017520"/>
            <a:ext cx="73152" cy="658368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310896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160520" y="307238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Bandwidth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60520" y="332841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slow large file transfers | Tools: iftop, netstat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66160" y="379476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6160" y="3794760"/>
            <a:ext cx="73152" cy="658368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388620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160520" y="384962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Queries (Most Common)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160520" y="410565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high API P99 | Tools: EXPLAIN ANALYZE, slow_log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Measure before optimizing — acting without data is guessing. Profile first, optimize second.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You Start Thinking About Scaling?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70%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for 5+ minutes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occasional spike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sx="100000" sy="100000" kx="0" ky="0" algn="bl" rotWithShape="0" blurRad="101600" dist="38100" dir="2700000">
              <a:srgbClr val="9E948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&gt; 1s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29184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Tail Latency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are noticing lag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&gt; 0.1%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12648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Over Threshold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or timeouts increasing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2727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42616"/>
            <a:ext cx="82296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Common mistake: premature scaling — start with code optimization (indexes, caching, queries); don't add machines at the first sign of trouble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Do These First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indexes (fastest, cheapest)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Introduce Redis caching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Optimize N+1 queries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49884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CDN for static assets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Then Consider Scale Out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Confirm the bottleneck is truly insufficient capacity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must be designed stateless first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Requires a Load Balancer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 vs Scale Out: Two Scaling Strategies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Scale Up (Vertical Scaling)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8A807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106424"/>
            <a:ext cx="8229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1479499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" y="1708099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vCPU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258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96012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645920" y="1014984"/>
            <a:ext cx="10058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00784" y="1483157"/>
            <a:ext cx="8961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82496" y="1711757"/>
            <a:ext cx="932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vCPU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974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834640" y="822960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877824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1464869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71216" y="1693469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vCPU 💸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0" y="868680"/>
            <a:ext cx="320040" cy="1097280"/>
          </a:xfrm>
          <a:prstGeom prst="roundRect">
            <a:avLst>
              <a:gd name="adj" fmla="val 14286"/>
            </a:avLst>
          </a:prstGeom>
          <a:ln w="12700">
            <a:solidFill>
              <a:srgbClr val="C4605B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096512" y="8046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Changes Required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Simply upgrade machine specs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Cost Growth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High-end machines are expensive and still a SPOF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747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751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Limits Exist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downtime to upgrade; has a ceiling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Scale Out (Horizontal Scaling)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37760" y="10058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005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217920" y="82296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3640" y="82296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10528" y="82296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60720" y="1024128"/>
            <a:ext cx="457200" cy="9144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6217920" y="137160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137160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10528" y="137160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760720" y="1572768"/>
            <a:ext cx="457200" cy="9144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6217920" y="192024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63640" y="192024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510528" y="192024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760720" y="2121408"/>
            <a:ext cx="457200" cy="9144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75488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2803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2803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14807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Cost Growth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14807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fleet with small machines for high flexibility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75488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Without Downtime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Dynamically add/remove nodes to handle traffic peaks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Prerequisite: App Must Be Stateless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local cache, local file writes → all need redesign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Design: The Prerequisite for Scale Out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Stateful — Cannot Scale Out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062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44168" y="1673352"/>
            <a:ext cx="36576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76479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76479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1965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834640" y="86868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34640" y="92354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89504" y="122529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834640" y="1691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174650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204825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87752" y="1161288"/>
            <a:ext cx="246888" cy="137160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2587752" y="1417320"/>
            <a:ext cx="246888" cy="502920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" y="251460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can't find Session → user gets logged out!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stored in local memory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must use Sticky Session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server down = all its users logged out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Stateless — Free to Scale Out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90118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824728" y="1673352"/>
            <a:ext cx="36576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24535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24535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30021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78040" y="822960"/>
            <a:ext cx="1508760" cy="1600200"/>
          </a:xfrm>
          <a:prstGeom prst="roundRect">
            <a:avLst>
              <a:gd name="adj" fmla="val 6061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269480" y="9601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0" y="9601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62088" y="9601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269480" y="14173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14173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62088" y="14173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068312" y="1207008"/>
            <a:ext cx="201168" cy="146304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7068312" y="1435608"/>
            <a:ext cx="201168" cy="201168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7589520" y="256032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589520" y="261518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644384" y="298825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626096" y="321685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Store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29600" y="1371600"/>
            <a:ext cx="9144" cy="1188720"/>
          </a:xfrm>
          <a:prstGeom prst="line">
            <a:avLst/>
          </a:prstGeom>
          <a:noFill/>
          <a:ln w="12700">
            <a:solidFill>
              <a:srgbClr val="8B6AB5"/>
            </a:solidFill>
            <a:prstDash val="dash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75488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2803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14807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centralized in Redis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75488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server can handle any request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distributes freely; servers can be added or removed anytime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85876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922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913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89534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watch out: local cache, local file writes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408736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state must be externalized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Summary: Architecture Evolution Roadmap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5F1EB"/>
          </a:solidFill>
          <a:ln w="1524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Single-Server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setup, fast to start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SPOF — Single Point of Failure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Cannot scale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5F1EB"/>
          </a:solidFill>
          <a:ln w="15240">
            <a:solidFill>
              <a:srgbClr val="C4804A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2803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Separation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separated from application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Independent backup and optimization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Still 2 SPOFs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5F1EB"/>
          </a:solidFill>
          <a:ln w="15240">
            <a:solidFill>
              <a:srgbClr val="5B8DB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Architecture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Clear separation of concerns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Flexible tech stack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Version dependencies grow complex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82803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Readiness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Requires Load Balancer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must be stateless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Ready? → Part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0" y="4828032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 2: The Challenges of Scale Out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2026-04-03T16:24:51Z</dcterms:created>
  <dcterms:modified xsi:type="dcterms:W3CDTF">2026-04-03T16:24:51Z</dcterms:modified>
</cp:coreProperties>
</file>